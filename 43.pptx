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theme/theme3.xml" ContentType="application/vnd.openxmlformats-officedocument.theme+xml"/>
  <Override PartName="/ppt/slideLayouts/slideLayout10.xml" ContentType="application/vnd.openxmlformats-officedocument.presentationml.slideLayout+xml"/>
  <Override PartName="/ppt/theme/theme4.xml" ContentType="application/vnd.openxmlformats-officedocument.theme+xml"/>
  <Override PartName="/ppt/slideLayouts/slideLayout11.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 id="2147483650" r:id="rId2"/>
    <p:sldMasterId id="2147483658" r:id="rId3"/>
    <p:sldMasterId id="2147483660" r:id="rId4"/>
    <p:sldMasterId id="2147483662" r:id="rId5"/>
  </p:sldMasterIdLst>
  <p:notesMasterIdLst>
    <p:notesMasterId r:id="rId23"/>
  </p:notesMasterIdLst>
  <p:sldIdLst>
    <p:sldId id="256" r:id="rId6"/>
    <p:sldId id="277" r:id="rId7"/>
    <p:sldId id="278" r:id="rId8"/>
    <p:sldId id="279" r:id="rId9"/>
    <p:sldId id="280" r:id="rId10"/>
    <p:sldId id="281" r:id="rId11"/>
    <p:sldId id="282" r:id="rId12"/>
    <p:sldId id="283" r:id="rId13"/>
    <p:sldId id="284" r:id="rId14"/>
    <p:sldId id="285" r:id="rId15"/>
    <p:sldId id="286" r:id="rId16"/>
    <p:sldId id="287" r:id="rId17"/>
    <p:sldId id="288" r:id="rId18"/>
    <p:sldId id="289" r:id="rId19"/>
    <p:sldId id="290" r:id="rId20"/>
    <p:sldId id="291" r:id="rId21"/>
    <p:sldId id="292" r:id="rId22"/>
  </p:sldIdLst>
  <p:sldSz cx="9144000" cy="6858000" type="screen4x3"/>
  <p:notesSz cx="6858000" cy="9144000"/>
  <p:embeddedFontLst>
    <p:embeddedFont>
      <p:font typeface="Cambria" panose="02040503050406030204" pitchFamily="18" charset="0"/>
      <p:regular r:id="rId24"/>
      <p:bold r:id="rId25"/>
      <p:italic r:id="rId26"/>
      <p:boldItalic r:id="rId27"/>
    </p:embeddedFont>
    <p:embeddedFont>
      <p:font typeface="Libre Baskerville" panose="02000000000000000000" pitchFamily="2" charset="0"/>
      <p:regular r:id="rId28"/>
    </p:embeddedFont>
    <p:embeddedFont>
      <p:font typeface="Libre Franklin" pitchFamily="2" charset="0"/>
      <p:regular r:id="rId29"/>
      <p:bold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8" roundtripDataSignature="AMtx7mgx8Kr1OzWQV9UYp9odDdZoT7aKM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6A656E0-A7AC-4FEC-B299-668A8D95E06C}">
  <a:tblStyle styleId="{36A656E0-A7AC-4FEC-B299-668A8D95E06C}"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5" d="100"/>
          <a:sy n="75" d="100"/>
        </p:scale>
        <p:origin x="1594" y="43"/>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 /><Relationship Id="rId13" Type="http://schemas.openxmlformats.org/officeDocument/2006/relationships/slide" Target="slides/slide8.xml" /><Relationship Id="rId18" Type="http://schemas.openxmlformats.org/officeDocument/2006/relationships/slide" Target="slides/slide13.xml" /><Relationship Id="rId26" Type="http://schemas.openxmlformats.org/officeDocument/2006/relationships/font" Target="fonts/font3.fntdata" /><Relationship Id="rId39" Type="http://schemas.openxmlformats.org/officeDocument/2006/relationships/presProps" Target="presProps.xml" /><Relationship Id="rId3" Type="http://schemas.openxmlformats.org/officeDocument/2006/relationships/slideMaster" Target="slideMasters/slideMaster3.xml" /><Relationship Id="rId21" Type="http://schemas.openxmlformats.org/officeDocument/2006/relationships/slide" Target="slides/slide16.xml" /><Relationship Id="rId42" Type="http://schemas.openxmlformats.org/officeDocument/2006/relationships/tableStyles" Target="tableStyles.xml" /><Relationship Id="rId7" Type="http://schemas.openxmlformats.org/officeDocument/2006/relationships/slide" Target="slides/slide2.xml" /><Relationship Id="rId12" Type="http://schemas.openxmlformats.org/officeDocument/2006/relationships/slide" Target="slides/slide7.xml" /><Relationship Id="rId17" Type="http://schemas.openxmlformats.org/officeDocument/2006/relationships/slide" Target="slides/slide12.xml" /><Relationship Id="rId25" Type="http://schemas.openxmlformats.org/officeDocument/2006/relationships/font" Target="fonts/font2.fntdata" /><Relationship Id="rId38" Type="http://customschemas.google.com/relationships/presentationmetadata" Target="metadata" /><Relationship Id="rId2" Type="http://schemas.openxmlformats.org/officeDocument/2006/relationships/slideMaster" Target="slideMasters/slideMaster2.xml" /><Relationship Id="rId16" Type="http://schemas.openxmlformats.org/officeDocument/2006/relationships/slide" Target="slides/slide11.xml" /><Relationship Id="rId20" Type="http://schemas.openxmlformats.org/officeDocument/2006/relationships/slide" Target="slides/slide15.xml" /><Relationship Id="rId29" Type="http://schemas.openxmlformats.org/officeDocument/2006/relationships/font" Target="fonts/font6.fntdata" /><Relationship Id="rId41" Type="http://schemas.openxmlformats.org/officeDocument/2006/relationships/theme" Target="theme/theme1.xml" /><Relationship Id="rId1" Type="http://schemas.openxmlformats.org/officeDocument/2006/relationships/slideMaster" Target="slideMasters/slideMaster1.xml" /><Relationship Id="rId6" Type="http://schemas.openxmlformats.org/officeDocument/2006/relationships/slide" Target="slides/slide1.xml" /><Relationship Id="rId11" Type="http://schemas.openxmlformats.org/officeDocument/2006/relationships/slide" Target="slides/slide6.xml" /><Relationship Id="rId24" Type="http://schemas.openxmlformats.org/officeDocument/2006/relationships/font" Target="fonts/font1.fntdata" /><Relationship Id="rId40" Type="http://schemas.openxmlformats.org/officeDocument/2006/relationships/viewProps" Target="viewProps.xml" /><Relationship Id="rId5" Type="http://schemas.openxmlformats.org/officeDocument/2006/relationships/slideMaster" Target="slideMasters/slideMaster5.xml" /><Relationship Id="rId15" Type="http://schemas.openxmlformats.org/officeDocument/2006/relationships/slide" Target="slides/slide10.xml" /><Relationship Id="rId23" Type="http://schemas.openxmlformats.org/officeDocument/2006/relationships/notesMaster" Target="notesMasters/notesMaster1.xml" /><Relationship Id="rId28" Type="http://schemas.openxmlformats.org/officeDocument/2006/relationships/font" Target="fonts/font5.fntdata" /><Relationship Id="rId10" Type="http://schemas.openxmlformats.org/officeDocument/2006/relationships/slide" Target="slides/slide5.xml" /><Relationship Id="rId19" Type="http://schemas.openxmlformats.org/officeDocument/2006/relationships/slide" Target="slides/slide14.xml" /><Relationship Id="rId4" Type="http://schemas.openxmlformats.org/officeDocument/2006/relationships/slideMaster" Target="slideMasters/slideMaster4.xml" /><Relationship Id="rId9" Type="http://schemas.openxmlformats.org/officeDocument/2006/relationships/slide" Target="slides/slide4.xml" /><Relationship Id="rId14" Type="http://schemas.openxmlformats.org/officeDocument/2006/relationships/slide" Target="slides/slide9.xml" /><Relationship Id="rId22" Type="http://schemas.openxmlformats.org/officeDocument/2006/relationships/slide" Target="slides/slide17.xml" /><Relationship Id="rId27" Type="http://schemas.openxmlformats.org/officeDocument/2006/relationships/font" Target="fonts/font4.fntdata" /><Relationship Id="rId30" Type="http://schemas.openxmlformats.org/officeDocument/2006/relationships/font" Target="fonts/font7.fntdata"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2"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2"/>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Arial"/>
                <a:ea typeface="Arial"/>
                <a:cs typeface="Arial"/>
                <a:sym typeface="Arial"/>
              </a:rPr>
              <a:t>‹#›</a:t>
            </a:fld>
            <a:endParaRPr sz="14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
            <a:headEnd type="none" w="sm" len="sm"/>
            <a:tailEnd type="none" w="sm" len="sm"/>
          </a:ln>
        </p:spPr>
      </p:sp>
      <p:sp>
        <p:nvSpPr>
          <p:cNvPr id="131" name="Google Shape;131;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r>
              <a:rPr lang="en-US" sz="1800" b="0" i="0" u="none" strike="noStrike" cap="none"/>
              <a:t>Good morning everyone. My seminar topic is the AI-Powered Smart Worker Finder, a system that recommends the most suitable skilled worker (electrician, plumber, mechanic, technician) for a customer request. It is guided by Dr. Shwetal K. Patil, and is based on the CrowdBwO multi-armed bandit approach.</a:t>
            </a:r>
            <a:endParaRPr/>
          </a:p>
        </p:txBody>
      </p:sp>
      <p:sp>
        <p:nvSpPr>
          <p:cNvPr id="132" name="Google Shape;132;p1: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800"/>
              <a:buFont typeface="Arial"/>
              <a:buNone/>
            </a:pPr>
            <a:fld id="{00000000-1234-1234-1234-123412341234}" type="slidenum">
              <a:rPr lang="en-US" sz="1800" b="0" i="0" u="none" strike="noStrike" cap="none">
                <a:solidFill>
                  <a:schemeClr val="dk1"/>
                </a:solidFill>
                <a:latin typeface="Arial"/>
                <a:ea typeface="Arial"/>
                <a:cs typeface="Arial"/>
                <a:sym typeface="Arial"/>
              </a:rPr>
              <a:t>1</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This is the road-map of the seminar: introduction, technology trends, literature review, problem statement, objectives, scope, architecture and methodology, algorithms and mathematical model, advantages, limitations, conclusion, future scope and references.</a:t>
            </a:r>
          </a:p>
        </p:txBody>
      </p:sp>
      <p:sp>
        <p:nvSpPr>
          <p:cNvPr id="4" name="Slide Number Placeholder 3"/>
          <p:cNvSpPr>
            <a:spLocks noGrp="1"/>
          </p:cNvSpPr>
          <p:nvPr>
            <p:ph type="sldNum" idx="12"/>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Finding a skilled worker such as an electrician, plumber, mechanic or technician is still slow and uncertain. The AI-Powered Smart Worker Finder reads the problem, searches nearby workers, ranks them with AI and recommends the most suitable one. It is based on CrowdBwO, a multi-armed bandit approach that learns worker quality from earlier results.</a:t>
            </a:r>
          </a:p>
        </p:txBody>
      </p:sp>
      <p:sp>
        <p:nvSpPr>
          <p:cNvPr id="4" name="Slide Number Placeholder 3"/>
          <p:cNvSpPr>
            <a:spLocks noGrp="1"/>
          </p:cNvSpPr>
          <p:nvPr>
            <p:ph type="sldNum" idx="12"/>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The system sits at the meeting point of machine learning and recommendation systems, location-based services, real-time computing, cloud computing, generative AI and NLP, and multi-armed bandits. The same technologies power on-demand home, vehicle and appliance repair services.</a:t>
            </a:r>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Four related papers and the base paper were reviewed. Zhang and Sugiyama use bandits for task selection. Hassan and Curry handle spatial crowdsourcing with semi-bandit learning and cut travel cost by about eighty percent. Cheng et al. compare spatial algorithms. Goel et al. propose Octopus for cost, quality and time. The base paper CrowdBwO learns worker quality and selects worker sets. None of them is a skilled-worker finder.</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The problem is to build an intelligent and dynamic worker-assignment system that recommends the most suitable available worker by balancing skill, proximity, quality, time and cost. The inputs are the problem text, location, urgency and budget; the limits are the search radius, the time limit and the expense limit.</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The aim is to study how a Smart Worker Finder can find, rank and recommend the most suitable skilled worker. It is split into six objectives: AI and recommender systems, the CrowdBwO approach, ranking by six criteria, location, real-time and cloud support, NLP and generative AI, and learning from feedback.</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The proposed framework has five modules: request understanding, location-based search, real-time availability, the ranking engine and the learning module, all running on a cloud platform. The seminar covers the concept and working of the system. A mobile app, payments, legal matters, identity verification, full deployment and the derivation of bandit algorithms are outside the scope.</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The architecture is a pipeline of five layers supported by a data and cloud layer. Customer input goes to request understanding, then nearby worker search, then AI ranking and selection with the bandit learner, then recommendation and booking, and finally service and feedback. The feedback returns ratings and outcomes to the ranking layer so later recommendations improve.</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Take a customer whose kitchen tap is leaking. The system reads the text and finds the service, plumber, with a sixty minute limit and a budget of eight hundred rupees. It searches a ten kilometre radius, keeps only skilled free workers A, B and C, ranks them, recommends A with B and C as alternatives, and finally stores the rating, time and cost so the next ranking is better.</a:t>
            </a:r>
          </a:p>
        </p:txBody>
      </p:sp>
      <p:sp>
        <p:nvSpPr>
          <p:cNvPr id="4" name="Slide Number Placeholder 3"/>
          <p:cNvSpPr>
            <a:spLocks noGrp="1"/>
          </p:cNvSpPr>
          <p:nvPr>
            <p:ph type="sldNum" idx="12"/>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Five algorithms work together. Service classification finds the trade from the text. Haversine geospatial search keeps workers within the radius. Weighted multi-criteria scoring combines skill, distance, time and cost. A multi-armed bandit with an upper confidence bound estimates quality. Constrained selection respects the time and expense limits for group jobs.</a:t>
            </a:r>
          </a:p>
        </p:txBody>
      </p:sp>
      <p:sp>
        <p:nvSpPr>
          <p:cNvPr id="4" name="Slide Number Placeholder 3"/>
          <p:cNvSpPr>
            <a:spLocks noGrp="1"/>
          </p:cNvSpPr>
          <p:nvPr>
            <p:ph type="sldNum" idx="12"/>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The model has six parts: customers, requests, workers, features, ranking function and output. From the customer’s words we pick the most likely service. The haversine formula gives the distance on the curved earth. Only workers with the skill who are available and within the radius stay as candidates. Distance, time and cost are turned into values between zero and one, where closer, faster and cheaper is nearer to one.</a:t>
            </a:r>
          </a:p>
        </p:txBody>
      </p:sp>
      <p:sp>
        <p:nvSpPr>
          <p:cNvPr id="4" name="Slide Number Placeholder 3"/>
          <p:cNvSpPr>
            <a:spLocks noGrp="1"/>
          </p:cNvSpPr>
          <p:nvPr>
            <p:ph type="sldNum" idx="12"/>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Quality is the average rating plus an exploration bonus. The bonus is large when a worker has done few jobs, so new workers get a fair chance. The score is a weighted sum of the five values with weights 0.30, 0.25, 0.20, 0.15 and 0.10. The worker with the highest score is recommended, and after the job the rating updates the average and the job count. For group jobs the CrowdBwO idea of choosing worker sets under time and expense limits is used.</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The model is applied to the plumber request: radius ten kilometres, time limit sixty minutes, budget eight hundred rupees. Raw data of workers A, B and C are converted to values between zero and one. Worker A scores 0.850, B scores 0.837 and C scores 0.700, so A is recommended. After A is rated 0.80 for the job, n becomes 31 and the average becomes 0.897.</a:t>
            </a:r>
          </a:p>
        </p:txBody>
      </p:sp>
      <p:sp>
        <p:nvSpPr>
          <p:cNvPr id="4" name="Slide Number Placeholder 3"/>
          <p:cNvSpPr>
            <a:spLocks noGrp="1"/>
          </p:cNvSpPr>
          <p:nvPr>
            <p:ph type="sldNum" idx="12"/>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Six advantages: less waiting time, a better match, a balanced decision, learning from feedback, a fair chance for new workers and better use of workers. Seven limitations: dependence on correct data, cold start, fake or biased ratings, privacy concerns, choice of weights, dependence on network and cloud, and possible unfairness.</a:t>
            </a:r>
          </a:p>
        </p:txBody>
      </p:sp>
      <p:sp>
        <p:nvSpPr>
          <p:cNvPr id="4" name="Slide Number Placeholder 3"/>
          <p:cNvSpPr>
            <a:spLocks noGrp="1"/>
          </p:cNvSpPr>
          <p:nvPr>
            <p:ph type="sldNum" idx="12"/>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Finding a skilled worker by hand is slow. The Smart Worker Finder understands the problem, searches nearby free workers, ranks them with a weighted score and recommends the best one. Using the CrowdBwO idea, quality is estimated from ratings and updated after each job. Its results depend on correct data, honest ratings and sensible weights, and location privacy needs care. Future work includes learned weights, photo and voice input, real travel time, fairness methods, dynamic pricing, group jobs and privacy-preserving design.</a:t>
            </a:r>
          </a:p>
        </p:txBody>
      </p:sp>
      <p:sp>
        <p:nvSpPr>
          <p:cNvPr id="4" name="Slide Number Placeholder 3"/>
          <p:cNvSpPr>
            <a:spLocks noGrp="1"/>
          </p:cNvSpPr>
          <p:nvPr>
            <p:ph type="sldNum" idx="12"/>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These are the eight references. Reference one is the base paper on CrowdBwO. References two to five are the related work on bandit-based and spatial crowdsourcing. References six to eight are the supporting literature on bandits, the haversine formula and recommender systems. Thank you. I am happy to take questions.</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5.xml" /></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0"/>
        <p:cNvGrpSpPr/>
        <p:nvPr/>
      </p:nvGrpSpPr>
      <p:grpSpPr>
        <a:xfrm>
          <a:off x="0" y="0"/>
          <a:ext cx="0" cy="0"/>
          <a:chOff x="0" y="0"/>
          <a:chExt cx="0" cy="0"/>
        </a:xfrm>
      </p:grpSpPr>
      <p:sp>
        <p:nvSpPr>
          <p:cNvPr id="21" name="Google Shape;21;p4"/>
          <p:cNvSpPr txBox="1">
            <a:spLocks noGrp="1"/>
          </p:cNvSpPr>
          <p:nvPr>
            <p:ph type="subTitle" idx="1"/>
          </p:nvPr>
        </p:nvSpPr>
        <p:spPr>
          <a:xfrm>
            <a:off x="1295400" y="3200400"/>
            <a:ext cx="6400800" cy="16002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575"/>
              </a:spcBef>
              <a:spcAft>
                <a:spcPts val="0"/>
              </a:spcAft>
              <a:buSzPts val="2210"/>
              <a:buNone/>
              <a:defRPr sz="2600">
                <a:solidFill>
                  <a:schemeClr val="dk2"/>
                </a:solidFill>
              </a:defRPr>
            </a:lvl1pPr>
            <a:lvl2pPr lvl="1" algn="ctr">
              <a:lnSpc>
                <a:spcPct val="100000"/>
              </a:lnSpc>
              <a:spcBef>
                <a:spcPts val="375"/>
              </a:spcBef>
              <a:spcAft>
                <a:spcPts val="0"/>
              </a:spcAft>
              <a:buSzPts val="1530"/>
              <a:buNone/>
              <a:defRPr/>
            </a:lvl2pPr>
            <a:lvl3pPr lvl="2" algn="ctr">
              <a:lnSpc>
                <a:spcPct val="100000"/>
              </a:lnSpc>
              <a:spcBef>
                <a:spcPts val="375"/>
              </a:spcBef>
              <a:spcAft>
                <a:spcPts val="0"/>
              </a:spcAft>
              <a:buSzPts val="1530"/>
              <a:buNone/>
              <a:defRPr/>
            </a:lvl3pPr>
            <a:lvl4pPr lvl="3" algn="ctr">
              <a:lnSpc>
                <a:spcPct val="100000"/>
              </a:lnSpc>
              <a:spcBef>
                <a:spcPts val="375"/>
              </a:spcBef>
              <a:spcAft>
                <a:spcPts val="0"/>
              </a:spcAft>
              <a:buSzPts val="1440"/>
              <a:buNone/>
              <a:defRPr/>
            </a:lvl4pPr>
            <a:lvl5pPr lvl="4" algn="ctr">
              <a:lnSpc>
                <a:spcPct val="100000"/>
              </a:lnSpc>
              <a:spcBef>
                <a:spcPts val="375"/>
              </a:spcBef>
              <a:spcAft>
                <a:spcPts val="0"/>
              </a:spcAft>
              <a:buSzPts val="1800"/>
              <a:buNone/>
              <a:defRPr/>
            </a:lvl5pPr>
            <a:lvl6pPr lvl="5" algn="ctr">
              <a:lnSpc>
                <a:spcPct val="100000"/>
              </a:lnSpc>
              <a:spcBef>
                <a:spcPts val="370"/>
              </a:spcBef>
              <a:spcAft>
                <a:spcPts val="0"/>
              </a:spcAft>
              <a:buSzPts val="1800"/>
              <a:buNone/>
              <a:defRPr/>
            </a:lvl6pPr>
            <a:lvl7pPr lvl="6" algn="ctr">
              <a:lnSpc>
                <a:spcPct val="100000"/>
              </a:lnSpc>
              <a:spcBef>
                <a:spcPts val="370"/>
              </a:spcBef>
              <a:spcAft>
                <a:spcPts val="0"/>
              </a:spcAft>
              <a:buSzPts val="1800"/>
              <a:buNone/>
              <a:defRPr/>
            </a:lvl7pPr>
            <a:lvl8pPr lvl="7" algn="ctr">
              <a:lnSpc>
                <a:spcPct val="100000"/>
              </a:lnSpc>
              <a:spcBef>
                <a:spcPts val="370"/>
              </a:spcBef>
              <a:spcAft>
                <a:spcPts val="0"/>
              </a:spcAft>
              <a:buSzPts val="1800"/>
              <a:buNone/>
              <a:defRPr/>
            </a:lvl8pPr>
            <a:lvl9pPr lvl="8" algn="ctr">
              <a:lnSpc>
                <a:spcPct val="100000"/>
              </a:lnSpc>
              <a:spcBef>
                <a:spcPts val="370"/>
              </a:spcBef>
              <a:spcAft>
                <a:spcPts val="0"/>
              </a:spcAft>
              <a:buSzPts val="1800"/>
              <a:buNone/>
              <a:defRPr/>
            </a:lvl9pPr>
          </a:lstStyle>
          <a:p>
            <a:endParaRPr/>
          </a:p>
        </p:txBody>
      </p:sp>
      <p:sp>
        <p:nvSpPr>
          <p:cNvPr id="22" name="Google Shape;22;p4"/>
          <p:cNvSpPr txBox="1">
            <a:spLocks noGrp="1"/>
          </p:cNvSpPr>
          <p:nvPr>
            <p:ph type="ctrTitle"/>
          </p:nvPr>
        </p:nvSpPr>
        <p:spPr>
          <a:xfrm>
            <a:off x="457200" y="1505930"/>
            <a:ext cx="8229600" cy="1470025"/>
          </a:xfrm>
          <a:prstGeom prst="rect">
            <a:avLst/>
          </a:prstGeom>
          <a:noFill/>
          <a:ln>
            <a:noFill/>
          </a:ln>
        </p:spPr>
        <p:txBody>
          <a:bodyPr spcFirstLastPara="1" wrap="square" lIns="91425" tIns="45700" rIns="91425" bIns="91425" anchor="ctr" anchorCtr="0">
            <a:noAutofit/>
          </a:bodyPr>
          <a:lstStyle>
            <a:lvl1pPr lvl="0" algn="ctr">
              <a:lnSpc>
                <a:spcPct val="100000"/>
              </a:lnSpc>
              <a:spcBef>
                <a:spcPts val="0"/>
              </a:spcBef>
              <a:spcAft>
                <a:spcPts val="0"/>
              </a:spcAft>
              <a:buSzPts val="1400"/>
              <a:buNone/>
              <a:defRPr>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4"/>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sz="1400">
                <a:solidFill>
                  <a:schemeClr val="dk2"/>
                </a:solidFill>
                <a:latin typeface="Libre Baskerville"/>
                <a:ea typeface="Libre Baskerville"/>
                <a:cs typeface="Libre Baskerville"/>
                <a:sym typeface="Libre Baskervill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4"/>
          <p:cNvSpPr txBox="1">
            <a:spLocks noGrp="1"/>
          </p:cNvSpPr>
          <p:nvPr>
            <p:ph type="ftr" idx="11"/>
          </p:nvPr>
        </p:nvSpPr>
        <p:spPr>
          <a:xfrm>
            <a:off x="914400" y="6172200"/>
            <a:ext cx="3962400" cy="4572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400">
                <a:solidFill>
                  <a:schemeClr val="dk2"/>
                </a:solidFill>
                <a:latin typeface="Libre Baskerville"/>
                <a:ea typeface="Libre Baskerville"/>
                <a:cs typeface="Libre Baskerville"/>
                <a:sym typeface="Libre Baskervill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4"/>
          <p:cNvSpPr>
            <a:spLocks noGrp="1"/>
          </p:cNvSpPr>
          <p:nvPr>
            <p:ph type="sldNum" idx="12"/>
          </p:nvPr>
        </p:nvSpPr>
        <p:spPr>
          <a:xfrm>
            <a:off x="146050" y="6210300"/>
            <a:ext cx="457200" cy="457200"/>
          </a:xfrm>
          <a:prstGeom prst="ellipse">
            <a:avLst/>
          </a:prstGeom>
          <a:solidFill>
            <a:schemeClr val="accent1"/>
          </a:solidFill>
          <a:ln>
            <a:noFill/>
          </a:ln>
        </p:spPr>
        <p:txBody>
          <a:bodyPr spcFirstLastPara="1" wrap="square" lIns="0" tIns="0" rIns="0" bIns="0" anchor="ctr" anchorCtr="1">
            <a:noAutofit/>
          </a:bodyPr>
          <a:lstStyle>
            <a:lvl1pPr marL="0" marR="0" lvl="0"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1pPr>
            <a:lvl2pPr marL="0" marR="0" lvl="1"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2pPr>
            <a:lvl3pPr marL="0" marR="0" lvl="2"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3pPr>
            <a:lvl4pPr marL="0" marR="0" lvl="3"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4pPr>
            <a:lvl5pPr marL="0" marR="0" lvl="4"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5pPr>
            <a:lvl6pPr marL="0" marR="0" lvl="5"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6pPr>
            <a:lvl7pPr marL="0" marR="0" lvl="6"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7pPr>
            <a:lvl8pPr marL="0" marR="0" lvl="7"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8pPr>
            <a:lvl9pPr marL="0" marR="0" lvl="8"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4"/>
        <p:cNvGrpSpPr/>
        <p:nvPr/>
      </p:nvGrpSpPr>
      <p:grpSpPr>
        <a:xfrm>
          <a:off x="0" y="0"/>
          <a:ext cx="0" cy="0"/>
          <a:chOff x="0" y="0"/>
          <a:chExt cx="0" cy="0"/>
        </a:xfrm>
      </p:grpSpPr>
      <p:sp>
        <p:nvSpPr>
          <p:cNvPr id="35" name="Google Shape;35;p6"/>
          <p:cNvSpPr txBox="1">
            <a:spLocks noGrp="1"/>
          </p:cNvSpPr>
          <p:nvPr>
            <p:ph type="title"/>
          </p:nvPr>
        </p:nvSpPr>
        <p:spPr>
          <a:xfrm>
            <a:off x="914400" y="274637"/>
            <a:ext cx="7772400" cy="1143000"/>
          </a:xfrm>
          <a:prstGeom prst="rect">
            <a:avLst/>
          </a:prstGeom>
          <a:noFill/>
          <a:ln>
            <a:noFill/>
          </a:ln>
        </p:spPr>
        <p:txBody>
          <a:bodyPr spcFirstLastPara="1" wrap="square" lIns="91425" tIns="45700" rIns="91425" bIns="91425"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6"/>
          <p:cNvSpPr txBox="1">
            <a:spLocks noGrp="1"/>
          </p:cNvSpPr>
          <p:nvPr>
            <p:ph type="body" idx="1"/>
          </p:nvPr>
        </p:nvSpPr>
        <p:spPr>
          <a:xfrm>
            <a:off x="914400" y="1447800"/>
            <a:ext cx="7772400" cy="4572000"/>
          </a:xfrm>
          <a:prstGeom prst="rect">
            <a:avLst/>
          </a:prstGeom>
          <a:noFill/>
          <a:ln>
            <a:noFill/>
          </a:ln>
        </p:spPr>
        <p:txBody>
          <a:bodyPr spcFirstLastPara="1" wrap="square" lIns="91425" tIns="45700" rIns="91425" bIns="45700" anchor="t" anchorCtr="0">
            <a:noAutofit/>
          </a:bodyPr>
          <a:lstStyle>
            <a:lvl1pPr marL="457200" lvl="0" indent="-325755" algn="l">
              <a:lnSpc>
                <a:spcPct val="100000"/>
              </a:lnSpc>
              <a:spcBef>
                <a:spcPts val="575"/>
              </a:spcBef>
              <a:spcAft>
                <a:spcPts val="0"/>
              </a:spcAft>
              <a:buSzPts val="1530"/>
              <a:buChar char="⚫"/>
              <a:defRPr/>
            </a:lvl1pPr>
            <a:lvl2pPr marL="914400" lvl="1" indent="-325755" algn="l">
              <a:lnSpc>
                <a:spcPct val="100000"/>
              </a:lnSpc>
              <a:spcBef>
                <a:spcPts val="375"/>
              </a:spcBef>
              <a:spcAft>
                <a:spcPts val="0"/>
              </a:spcAft>
              <a:buSzPts val="1530"/>
              <a:buChar char="⚫"/>
              <a:defRPr/>
            </a:lvl2pPr>
            <a:lvl3pPr marL="1371600" lvl="2" indent="-325755" algn="l">
              <a:lnSpc>
                <a:spcPct val="100000"/>
              </a:lnSpc>
              <a:spcBef>
                <a:spcPts val="375"/>
              </a:spcBef>
              <a:spcAft>
                <a:spcPts val="0"/>
              </a:spcAft>
              <a:buSzPts val="1530"/>
              <a:buChar char="⚫"/>
              <a:defRPr/>
            </a:lvl3pPr>
            <a:lvl4pPr marL="1828800" lvl="3" indent="-320040" algn="l">
              <a:lnSpc>
                <a:spcPct val="100000"/>
              </a:lnSpc>
              <a:spcBef>
                <a:spcPts val="375"/>
              </a:spcBef>
              <a:spcAft>
                <a:spcPts val="0"/>
              </a:spcAft>
              <a:buSzPts val="1440"/>
              <a:buChar char="⚫"/>
              <a:defRPr/>
            </a:lvl4pPr>
            <a:lvl5pPr marL="2286000" lvl="4" indent="-342900" algn="l">
              <a:lnSpc>
                <a:spcPct val="100000"/>
              </a:lnSpc>
              <a:spcBef>
                <a:spcPts val="375"/>
              </a:spcBef>
              <a:spcAft>
                <a:spcPts val="0"/>
              </a:spcAft>
              <a:buSzPts val="1800"/>
              <a:buChar char="o"/>
              <a:defRPr/>
            </a:lvl5pPr>
            <a:lvl6pPr marL="2743200" lvl="5" indent="-342900" algn="l">
              <a:lnSpc>
                <a:spcPct val="100000"/>
              </a:lnSpc>
              <a:spcBef>
                <a:spcPts val="370"/>
              </a:spcBef>
              <a:spcAft>
                <a:spcPts val="0"/>
              </a:spcAft>
              <a:buSzPts val="1800"/>
              <a:buChar char="•"/>
              <a:defRPr/>
            </a:lvl6pPr>
            <a:lvl7pPr marL="3200400" lvl="6" indent="-342900" algn="l">
              <a:lnSpc>
                <a:spcPct val="100000"/>
              </a:lnSpc>
              <a:spcBef>
                <a:spcPts val="370"/>
              </a:spcBef>
              <a:spcAft>
                <a:spcPts val="0"/>
              </a:spcAft>
              <a:buSzPts val="1800"/>
              <a:buChar char="•"/>
              <a:defRPr/>
            </a:lvl7pPr>
            <a:lvl8pPr marL="3657600" lvl="7" indent="-342900" algn="l">
              <a:lnSpc>
                <a:spcPct val="100000"/>
              </a:lnSpc>
              <a:spcBef>
                <a:spcPts val="370"/>
              </a:spcBef>
              <a:spcAft>
                <a:spcPts val="0"/>
              </a:spcAft>
              <a:buSzPts val="1800"/>
              <a:buChar char="•"/>
              <a:defRPr/>
            </a:lvl8pPr>
            <a:lvl9pPr marL="4114800" lvl="8" indent="-342900" algn="l">
              <a:lnSpc>
                <a:spcPct val="100000"/>
              </a:lnSpc>
              <a:spcBef>
                <a:spcPts val="370"/>
              </a:spcBef>
              <a:spcAft>
                <a:spcPts val="0"/>
              </a:spcAft>
              <a:buSzPts val="1800"/>
              <a:buChar char="•"/>
              <a:defRPr/>
            </a:lvl9pPr>
          </a:lstStyle>
          <a:p>
            <a:endParaRPr/>
          </a:p>
        </p:txBody>
      </p:sp>
      <p:sp>
        <p:nvSpPr>
          <p:cNvPr id="37" name="Google Shape;37;p6"/>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sz="1400">
                <a:solidFill>
                  <a:schemeClr val="dk2"/>
                </a:solidFill>
                <a:latin typeface="Libre Baskerville"/>
                <a:ea typeface="Libre Baskerville"/>
                <a:cs typeface="Libre Baskerville"/>
                <a:sym typeface="Libre Baskervill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914400" y="6172200"/>
            <a:ext cx="3962400" cy="4572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400">
                <a:solidFill>
                  <a:schemeClr val="dk2"/>
                </a:solidFill>
                <a:latin typeface="Libre Baskerville"/>
                <a:ea typeface="Libre Baskerville"/>
                <a:cs typeface="Libre Baskerville"/>
                <a:sym typeface="Libre Baskervill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6"/>
          <p:cNvSpPr>
            <a:spLocks noGrp="1"/>
          </p:cNvSpPr>
          <p:nvPr>
            <p:ph type="sldNum" idx="12"/>
          </p:nvPr>
        </p:nvSpPr>
        <p:spPr>
          <a:xfrm>
            <a:off x="146050" y="6210300"/>
            <a:ext cx="457200" cy="457200"/>
          </a:xfrm>
          <a:prstGeom prst="ellipse">
            <a:avLst/>
          </a:prstGeom>
          <a:solidFill>
            <a:schemeClr val="accent1"/>
          </a:solidFill>
          <a:ln>
            <a:noFill/>
          </a:ln>
        </p:spPr>
        <p:txBody>
          <a:bodyPr spcFirstLastPara="1" wrap="square" lIns="0" tIns="0" rIns="0" bIns="0" anchor="ctr" anchorCtr="1">
            <a:noAutofit/>
          </a:bodyPr>
          <a:lstStyle>
            <a:lvl1pPr marL="0" marR="0" lvl="0"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1pPr>
            <a:lvl2pPr marL="0" marR="0" lvl="1"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2pPr>
            <a:lvl3pPr marL="0" marR="0" lvl="2"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3pPr>
            <a:lvl4pPr marL="0" marR="0" lvl="3"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4pPr>
            <a:lvl5pPr marL="0" marR="0" lvl="4"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5pPr>
            <a:lvl6pPr marL="0" marR="0" lvl="5"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6pPr>
            <a:lvl7pPr marL="0" marR="0" lvl="6"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7pPr>
            <a:lvl8pPr marL="0" marR="0" lvl="7"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8pPr>
            <a:lvl9pPr marL="0" marR="0" lvl="8"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rot="5400000">
            <a:off x="4709478" y="2194564"/>
            <a:ext cx="5851525" cy="2011680"/>
          </a:xfrm>
          <a:prstGeom prst="rect">
            <a:avLst/>
          </a:prstGeom>
          <a:noFill/>
          <a:ln>
            <a:noFill/>
          </a:ln>
        </p:spPr>
        <p:txBody>
          <a:bodyPr spcFirstLastPara="1" wrap="square" lIns="91425" tIns="45700" rIns="91425" bIns="91425"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7"/>
          <p:cNvSpPr txBox="1">
            <a:spLocks noGrp="1"/>
          </p:cNvSpPr>
          <p:nvPr>
            <p:ph type="body" idx="1"/>
          </p:nvPr>
        </p:nvSpPr>
        <p:spPr>
          <a:xfrm rot="5400000">
            <a:off x="769938" y="419103"/>
            <a:ext cx="5851525" cy="5562600"/>
          </a:xfrm>
          <a:prstGeom prst="rect">
            <a:avLst/>
          </a:prstGeom>
          <a:noFill/>
          <a:ln>
            <a:noFill/>
          </a:ln>
        </p:spPr>
        <p:txBody>
          <a:bodyPr spcFirstLastPara="1" wrap="square" lIns="91425" tIns="45700" rIns="91425" bIns="45700" anchor="t" anchorCtr="0">
            <a:noAutofit/>
          </a:bodyPr>
          <a:lstStyle>
            <a:lvl1pPr marL="457200" lvl="0" indent="-325755" algn="l">
              <a:lnSpc>
                <a:spcPct val="100000"/>
              </a:lnSpc>
              <a:spcBef>
                <a:spcPts val="575"/>
              </a:spcBef>
              <a:spcAft>
                <a:spcPts val="0"/>
              </a:spcAft>
              <a:buSzPts val="1530"/>
              <a:buChar char="⚫"/>
              <a:defRPr/>
            </a:lvl1pPr>
            <a:lvl2pPr marL="914400" lvl="1" indent="-325755" algn="l">
              <a:lnSpc>
                <a:spcPct val="100000"/>
              </a:lnSpc>
              <a:spcBef>
                <a:spcPts val="375"/>
              </a:spcBef>
              <a:spcAft>
                <a:spcPts val="0"/>
              </a:spcAft>
              <a:buSzPts val="1530"/>
              <a:buChar char="⚫"/>
              <a:defRPr/>
            </a:lvl2pPr>
            <a:lvl3pPr marL="1371600" lvl="2" indent="-325755" algn="l">
              <a:lnSpc>
                <a:spcPct val="100000"/>
              </a:lnSpc>
              <a:spcBef>
                <a:spcPts val="375"/>
              </a:spcBef>
              <a:spcAft>
                <a:spcPts val="0"/>
              </a:spcAft>
              <a:buSzPts val="1530"/>
              <a:buChar char="⚫"/>
              <a:defRPr/>
            </a:lvl3pPr>
            <a:lvl4pPr marL="1828800" lvl="3" indent="-320040" algn="l">
              <a:lnSpc>
                <a:spcPct val="100000"/>
              </a:lnSpc>
              <a:spcBef>
                <a:spcPts val="375"/>
              </a:spcBef>
              <a:spcAft>
                <a:spcPts val="0"/>
              </a:spcAft>
              <a:buSzPts val="1440"/>
              <a:buChar char="⚫"/>
              <a:defRPr/>
            </a:lvl4pPr>
            <a:lvl5pPr marL="2286000" lvl="4" indent="-342900" algn="l">
              <a:lnSpc>
                <a:spcPct val="100000"/>
              </a:lnSpc>
              <a:spcBef>
                <a:spcPts val="375"/>
              </a:spcBef>
              <a:spcAft>
                <a:spcPts val="0"/>
              </a:spcAft>
              <a:buSzPts val="1800"/>
              <a:buChar char="o"/>
              <a:defRPr/>
            </a:lvl5pPr>
            <a:lvl6pPr marL="2743200" lvl="5" indent="-342900" algn="l">
              <a:lnSpc>
                <a:spcPct val="100000"/>
              </a:lnSpc>
              <a:spcBef>
                <a:spcPts val="370"/>
              </a:spcBef>
              <a:spcAft>
                <a:spcPts val="0"/>
              </a:spcAft>
              <a:buSzPts val="1800"/>
              <a:buChar char="•"/>
              <a:defRPr/>
            </a:lvl6pPr>
            <a:lvl7pPr marL="3200400" lvl="6" indent="-342900" algn="l">
              <a:lnSpc>
                <a:spcPct val="100000"/>
              </a:lnSpc>
              <a:spcBef>
                <a:spcPts val="370"/>
              </a:spcBef>
              <a:spcAft>
                <a:spcPts val="0"/>
              </a:spcAft>
              <a:buSzPts val="1800"/>
              <a:buChar char="•"/>
              <a:defRPr/>
            </a:lvl7pPr>
            <a:lvl8pPr marL="3657600" lvl="7" indent="-342900" algn="l">
              <a:lnSpc>
                <a:spcPct val="100000"/>
              </a:lnSpc>
              <a:spcBef>
                <a:spcPts val="370"/>
              </a:spcBef>
              <a:spcAft>
                <a:spcPts val="0"/>
              </a:spcAft>
              <a:buSzPts val="1800"/>
              <a:buChar char="•"/>
              <a:defRPr/>
            </a:lvl8pPr>
            <a:lvl9pPr marL="4114800" lvl="8" indent="-342900" algn="l">
              <a:lnSpc>
                <a:spcPct val="100000"/>
              </a:lnSpc>
              <a:spcBef>
                <a:spcPts val="370"/>
              </a:spcBef>
              <a:spcAft>
                <a:spcPts val="0"/>
              </a:spcAft>
              <a:buSzPts val="1800"/>
              <a:buChar char="•"/>
              <a:defRPr/>
            </a:lvl9pPr>
          </a:lstStyle>
          <a:p>
            <a:endParaRPr/>
          </a:p>
        </p:txBody>
      </p:sp>
      <p:sp>
        <p:nvSpPr>
          <p:cNvPr id="43" name="Google Shape;43;p7"/>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sz="1400">
                <a:solidFill>
                  <a:schemeClr val="dk2"/>
                </a:solidFill>
                <a:latin typeface="Libre Baskerville"/>
                <a:ea typeface="Libre Baskerville"/>
                <a:cs typeface="Libre Baskerville"/>
                <a:sym typeface="Libre Baskervill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7"/>
          <p:cNvSpPr txBox="1">
            <a:spLocks noGrp="1"/>
          </p:cNvSpPr>
          <p:nvPr>
            <p:ph type="ftr" idx="11"/>
          </p:nvPr>
        </p:nvSpPr>
        <p:spPr>
          <a:xfrm>
            <a:off x="914400" y="6172200"/>
            <a:ext cx="3962400" cy="4572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400">
                <a:solidFill>
                  <a:schemeClr val="dk2"/>
                </a:solidFill>
                <a:latin typeface="Libre Baskerville"/>
                <a:ea typeface="Libre Baskerville"/>
                <a:cs typeface="Libre Baskerville"/>
                <a:sym typeface="Libre Baskervill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7"/>
          <p:cNvSpPr>
            <a:spLocks noGrp="1"/>
          </p:cNvSpPr>
          <p:nvPr>
            <p:ph type="sldNum" idx="12"/>
          </p:nvPr>
        </p:nvSpPr>
        <p:spPr>
          <a:xfrm>
            <a:off x="146050" y="6210300"/>
            <a:ext cx="457200" cy="457200"/>
          </a:xfrm>
          <a:prstGeom prst="ellipse">
            <a:avLst/>
          </a:prstGeom>
          <a:solidFill>
            <a:schemeClr val="accent1"/>
          </a:solidFill>
          <a:ln>
            <a:noFill/>
          </a:ln>
        </p:spPr>
        <p:txBody>
          <a:bodyPr spcFirstLastPara="1" wrap="square" lIns="0" tIns="0" rIns="0" bIns="0" anchor="ctr" anchorCtr="1">
            <a:noAutofit/>
          </a:bodyPr>
          <a:lstStyle>
            <a:lvl1pPr marL="0" marR="0" lvl="0"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1pPr>
            <a:lvl2pPr marL="0" marR="0" lvl="1"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2pPr>
            <a:lvl3pPr marL="0" marR="0" lvl="2"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3pPr>
            <a:lvl4pPr marL="0" marR="0" lvl="3"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4pPr>
            <a:lvl5pPr marL="0" marR="0" lvl="4"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5pPr>
            <a:lvl6pPr marL="0" marR="0" lvl="5"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6pPr>
            <a:lvl7pPr marL="0" marR="0" lvl="6"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7pPr>
            <a:lvl8pPr marL="0" marR="0" lvl="7"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8pPr>
            <a:lvl9pPr marL="0" marR="0" lvl="8"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46"/>
        <p:cNvGrpSpPr/>
        <p:nvPr/>
      </p:nvGrpSpPr>
      <p:grpSpPr>
        <a:xfrm>
          <a:off x="0" y="0"/>
          <a:ext cx="0" cy="0"/>
          <a:chOff x="0" y="0"/>
          <a:chExt cx="0" cy="0"/>
        </a:xfrm>
      </p:grpSpPr>
      <p:sp>
        <p:nvSpPr>
          <p:cNvPr id="47" name="Google Shape;47;p8"/>
          <p:cNvSpPr txBox="1">
            <a:spLocks noGrp="1"/>
          </p:cNvSpPr>
          <p:nvPr>
            <p:ph type="title"/>
          </p:nvPr>
        </p:nvSpPr>
        <p:spPr>
          <a:xfrm>
            <a:off x="914400" y="274637"/>
            <a:ext cx="7772400" cy="1143000"/>
          </a:xfrm>
          <a:prstGeom prst="rect">
            <a:avLst/>
          </a:prstGeom>
          <a:noFill/>
          <a:ln>
            <a:noFill/>
          </a:ln>
        </p:spPr>
        <p:txBody>
          <a:bodyPr spcFirstLastPara="1" wrap="square" lIns="91425" tIns="45700" rIns="91425" bIns="91425"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8"/>
          <p:cNvSpPr txBox="1">
            <a:spLocks noGrp="1"/>
          </p:cNvSpPr>
          <p:nvPr>
            <p:ph type="body" idx="1"/>
          </p:nvPr>
        </p:nvSpPr>
        <p:spPr>
          <a:xfrm rot="5400000">
            <a:off x="2514600" y="-152400"/>
            <a:ext cx="4572000" cy="7772400"/>
          </a:xfrm>
          <a:prstGeom prst="rect">
            <a:avLst/>
          </a:prstGeom>
          <a:noFill/>
          <a:ln>
            <a:noFill/>
          </a:ln>
        </p:spPr>
        <p:txBody>
          <a:bodyPr spcFirstLastPara="1" wrap="square" lIns="91425" tIns="45700" rIns="91425" bIns="45700" anchor="t" anchorCtr="0">
            <a:noAutofit/>
          </a:bodyPr>
          <a:lstStyle>
            <a:lvl1pPr marL="457200" lvl="0" indent="-325755" algn="l">
              <a:lnSpc>
                <a:spcPct val="100000"/>
              </a:lnSpc>
              <a:spcBef>
                <a:spcPts val="575"/>
              </a:spcBef>
              <a:spcAft>
                <a:spcPts val="0"/>
              </a:spcAft>
              <a:buSzPts val="1530"/>
              <a:buChar char="⚫"/>
              <a:defRPr/>
            </a:lvl1pPr>
            <a:lvl2pPr marL="914400" lvl="1" indent="-325755" algn="l">
              <a:lnSpc>
                <a:spcPct val="100000"/>
              </a:lnSpc>
              <a:spcBef>
                <a:spcPts val="375"/>
              </a:spcBef>
              <a:spcAft>
                <a:spcPts val="0"/>
              </a:spcAft>
              <a:buSzPts val="1530"/>
              <a:buChar char="⚫"/>
              <a:defRPr/>
            </a:lvl2pPr>
            <a:lvl3pPr marL="1371600" lvl="2" indent="-325755" algn="l">
              <a:lnSpc>
                <a:spcPct val="100000"/>
              </a:lnSpc>
              <a:spcBef>
                <a:spcPts val="375"/>
              </a:spcBef>
              <a:spcAft>
                <a:spcPts val="0"/>
              </a:spcAft>
              <a:buSzPts val="1530"/>
              <a:buChar char="⚫"/>
              <a:defRPr/>
            </a:lvl3pPr>
            <a:lvl4pPr marL="1828800" lvl="3" indent="-320040" algn="l">
              <a:lnSpc>
                <a:spcPct val="100000"/>
              </a:lnSpc>
              <a:spcBef>
                <a:spcPts val="375"/>
              </a:spcBef>
              <a:spcAft>
                <a:spcPts val="0"/>
              </a:spcAft>
              <a:buSzPts val="1440"/>
              <a:buChar char="⚫"/>
              <a:defRPr/>
            </a:lvl4pPr>
            <a:lvl5pPr marL="2286000" lvl="4" indent="-342900" algn="l">
              <a:lnSpc>
                <a:spcPct val="100000"/>
              </a:lnSpc>
              <a:spcBef>
                <a:spcPts val="375"/>
              </a:spcBef>
              <a:spcAft>
                <a:spcPts val="0"/>
              </a:spcAft>
              <a:buSzPts val="1800"/>
              <a:buChar char="o"/>
              <a:defRPr/>
            </a:lvl5pPr>
            <a:lvl6pPr marL="2743200" lvl="5" indent="-342900" algn="l">
              <a:lnSpc>
                <a:spcPct val="100000"/>
              </a:lnSpc>
              <a:spcBef>
                <a:spcPts val="370"/>
              </a:spcBef>
              <a:spcAft>
                <a:spcPts val="0"/>
              </a:spcAft>
              <a:buSzPts val="1800"/>
              <a:buChar char="•"/>
              <a:defRPr/>
            </a:lvl6pPr>
            <a:lvl7pPr marL="3200400" lvl="6" indent="-342900" algn="l">
              <a:lnSpc>
                <a:spcPct val="100000"/>
              </a:lnSpc>
              <a:spcBef>
                <a:spcPts val="370"/>
              </a:spcBef>
              <a:spcAft>
                <a:spcPts val="0"/>
              </a:spcAft>
              <a:buSzPts val="1800"/>
              <a:buChar char="•"/>
              <a:defRPr/>
            </a:lvl7pPr>
            <a:lvl8pPr marL="3657600" lvl="7" indent="-342900" algn="l">
              <a:lnSpc>
                <a:spcPct val="100000"/>
              </a:lnSpc>
              <a:spcBef>
                <a:spcPts val="370"/>
              </a:spcBef>
              <a:spcAft>
                <a:spcPts val="0"/>
              </a:spcAft>
              <a:buSzPts val="1800"/>
              <a:buChar char="•"/>
              <a:defRPr/>
            </a:lvl8pPr>
            <a:lvl9pPr marL="4114800" lvl="8" indent="-342900" algn="l">
              <a:lnSpc>
                <a:spcPct val="100000"/>
              </a:lnSpc>
              <a:spcBef>
                <a:spcPts val="370"/>
              </a:spcBef>
              <a:spcAft>
                <a:spcPts val="0"/>
              </a:spcAft>
              <a:buSzPts val="1800"/>
              <a:buChar char="•"/>
              <a:defRPr/>
            </a:lvl9pPr>
          </a:lstStyle>
          <a:p>
            <a:endParaRPr/>
          </a:p>
        </p:txBody>
      </p:sp>
      <p:sp>
        <p:nvSpPr>
          <p:cNvPr id="49" name="Google Shape;49;p8"/>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sz="1400">
                <a:solidFill>
                  <a:schemeClr val="dk2"/>
                </a:solidFill>
                <a:latin typeface="Libre Baskerville"/>
                <a:ea typeface="Libre Baskerville"/>
                <a:cs typeface="Libre Baskerville"/>
                <a:sym typeface="Libre Baskervill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8"/>
          <p:cNvSpPr txBox="1">
            <a:spLocks noGrp="1"/>
          </p:cNvSpPr>
          <p:nvPr>
            <p:ph type="ftr" idx="11"/>
          </p:nvPr>
        </p:nvSpPr>
        <p:spPr>
          <a:xfrm>
            <a:off x="914400" y="6172200"/>
            <a:ext cx="3962400" cy="4572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400">
                <a:solidFill>
                  <a:schemeClr val="dk2"/>
                </a:solidFill>
                <a:latin typeface="Libre Baskerville"/>
                <a:ea typeface="Libre Baskerville"/>
                <a:cs typeface="Libre Baskerville"/>
                <a:sym typeface="Libre Baskervill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8"/>
          <p:cNvSpPr>
            <a:spLocks noGrp="1"/>
          </p:cNvSpPr>
          <p:nvPr>
            <p:ph type="sldNum" idx="12"/>
          </p:nvPr>
        </p:nvSpPr>
        <p:spPr>
          <a:xfrm>
            <a:off x="146050" y="6210300"/>
            <a:ext cx="457200" cy="457200"/>
          </a:xfrm>
          <a:prstGeom prst="ellipse">
            <a:avLst/>
          </a:prstGeom>
          <a:solidFill>
            <a:schemeClr val="accent1"/>
          </a:solidFill>
          <a:ln>
            <a:noFill/>
          </a:ln>
        </p:spPr>
        <p:txBody>
          <a:bodyPr spcFirstLastPara="1" wrap="square" lIns="0" tIns="0" rIns="0" bIns="0" anchor="ctr" anchorCtr="1">
            <a:noAutofit/>
          </a:bodyPr>
          <a:lstStyle>
            <a:lvl1pPr marL="0" marR="0" lvl="0"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1pPr>
            <a:lvl2pPr marL="0" marR="0" lvl="1"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2pPr>
            <a:lvl3pPr marL="0" marR="0" lvl="2"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3pPr>
            <a:lvl4pPr marL="0" marR="0" lvl="3"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4pPr>
            <a:lvl5pPr marL="0" marR="0" lvl="4"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5pPr>
            <a:lvl6pPr marL="0" marR="0" lvl="5"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6pPr>
            <a:lvl7pPr marL="0" marR="0" lvl="6"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7pPr>
            <a:lvl8pPr marL="0" marR="0" lvl="7"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8pPr>
            <a:lvl9pPr marL="0" marR="0" lvl="8"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2"/>
        <p:cNvGrpSpPr/>
        <p:nvPr/>
      </p:nvGrpSpPr>
      <p:grpSpPr>
        <a:xfrm>
          <a:off x="0" y="0"/>
          <a:ext cx="0" cy="0"/>
          <a:chOff x="0" y="0"/>
          <a:chExt cx="0" cy="0"/>
        </a:xfrm>
      </p:grpSpPr>
      <p:sp>
        <p:nvSpPr>
          <p:cNvPr id="53" name="Google Shape;53;p9"/>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sz="1400">
                <a:solidFill>
                  <a:schemeClr val="dk2"/>
                </a:solidFill>
                <a:latin typeface="Libre Baskerville"/>
                <a:ea typeface="Libre Baskerville"/>
                <a:cs typeface="Libre Baskerville"/>
                <a:sym typeface="Libre Baskervill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9"/>
          <p:cNvSpPr txBox="1">
            <a:spLocks noGrp="1"/>
          </p:cNvSpPr>
          <p:nvPr>
            <p:ph type="ftr" idx="11"/>
          </p:nvPr>
        </p:nvSpPr>
        <p:spPr>
          <a:xfrm>
            <a:off x="914400" y="6172200"/>
            <a:ext cx="3962400" cy="4572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400">
                <a:solidFill>
                  <a:schemeClr val="dk2"/>
                </a:solidFill>
                <a:latin typeface="Libre Baskerville"/>
                <a:ea typeface="Libre Baskerville"/>
                <a:cs typeface="Libre Baskerville"/>
                <a:sym typeface="Libre Baskervill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9"/>
          <p:cNvSpPr>
            <a:spLocks noGrp="1"/>
          </p:cNvSpPr>
          <p:nvPr>
            <p:ph type="sldNum" idx="12"/>
          </p:nvPr>
        </p:nvSpPr>
        <p:spPr>
          <a:xfrm>
            <a:off x="146050" y="6210300"/>
            <a:ext cx="457200" cy="457200"/>
          </a:xfrm>
          <a:prstGeom prst="ellipse">
            <a:avLst/>
          </a:prstGeom>
          <a:solidFill>
            <a:schemeClr val="accent1"/>
          </a:solidFill>
          <a:ln>
            <a:noFill/>
          </a:ln>
        </p:spPr>
        <p:txBody>
          <a:bodyPr spcFirstLastPara="1" wrap="square" lIns="0" tIns="0" rIns="0" bIns="0" anchor="ctr" anchorCtr="1">
            <a:noAutofit/>
          </a:bodyPr>
          <a:lstStyle>
            <a:lvl1pPr marL="0" marR="0" lvl="0"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1pPr>
            <a:lvl2pPr marL="0" marR="0" lvl="1"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2pPr>
            <a:lvl3pPr marL="0" marR="0" lvl="2"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3pPr>
            <a:lvl4pPr marL="0" marR="0" lvl="3"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4pPr>
            <a:lvl5pPr marL="0" marR="0" lvl="4"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5pPr>
            <a:lvl6pPr marL="0" marR="0" lvl="5"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6pPr>
            <a:lvl7pPr marL="0" marR="0" lvl="6"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7pPr>
            <a:lvl8pPr marL="0" marR="0" lvl="7"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8pPr>
            <a:lvl9pPr marL="0" marR="0" lvl="8"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6"/>
        <p:cNvGrpSpPr/>
        <p:nvPr/>
      </p:nvGrpSpPr>
      <p:grpSpPr>
        <a:xfrm>
          <a:off x="0" y="0"/>
          <a:ext cx="0" cy="0"/>
          <a:chOff x="0" y="0"/>
          <a:chExt cx="0" cy="0"/>
        </a:xfrm>
      </p:grpSpPr>
      <p:sp>
        <p:nvSpPr>
          <p:cNvPr id="57" name="Google Shape;57;p10"/>
          <p:cNvSpPr txBox="1">
            <a:spLocks noGrp="1"/>
          </p:cNvSpPr>
          <p:nvPr>
            <p:ph type="title"/>
          </p:nvPr>
        </p:nvSpPr>
        <p:spPr>
          <a:xfrm>
            <a:off x="914400" y="274637"/>
            <a:ext cx="7772400" cy="1143000"/>
          </a:xfrm>
          <a:prstGeom prst="rect">
            <a:avLst/>
          </a:prstGeom>
          <a:noFill/>
          <a:ln>
            <a:noFill/>
          </a:ln>
        </p:spPr>
        <p:txBody>
          <a:bodyPr spcFirstLastPara="1" wrap="square" lIns="91425" tIns="45700" rIns="91425" bIns="91425"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10"/>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sz="1400">
                <a:solidFill>
                  <a:schemeClr val="dk2"/>
                </a:solidFill>
                <a:latin typeface="Libre Baskerville"/>
                <a:ea typeface="Libre Baskerville"/>
                <a:cs typeface="Libre Baskerville"/>
                <a:sym typeface="Libre Baskervill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10"/>
          <p:cNvSpPr txBox="1">
            <a:spLocks noGrp="1"/>
          </p:cNvSpPr>
          <p:nvPr>
            <p:ph type="ftr" idx="11"/>
          </p:nvPr>
        </p:nvSpPr>
        <p:spPr>
          <a:xfrm>
            <a:off x="914400" y="6172200"/>
            <a:ext cx="3962400" cy="4572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400">
                <a:solidFill>
                  <a:schemeClr val="dk2"/>
                </a:solidFill>
                <a:latin typeface="Libre Baskerville"/>
                <a:ea typeface="Libre Baskerville"/>
                <a:cs typeface="Libre Baskerville"/>
                <a:sym typeface="Libre Baskervill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0"/>
          <p:cNvSpPr>
            <a:spLocks noGrp="1"/>
          </p:cNvSpPr>
          <p:nvPr>
            <p:ph type="sldNum" idx="12"/>
          </p:nvPr>
        </p:nvSpPr>
        <p:spPr>
          <a:xfrm>
            <a:off x="146050" y="6210300"/>
            <a:ext cx="457200" cy="457200"/>
          </a:xfrm>
          <a:prstGeom prst="ellipse">
            <a:avLst/>
          </a:prstGeom>
          <a:solidFill>
            <a:schemeClr val="accent1"/>
          </a:solidFill>
          <a:ln>
            <a:noFill/>
          </a:ln>
        </p:spPr>
        <p:txBody>
          <a:bodyPr spcFirstLastPara="1" wrap="square" lIns="0" tIns="0" rIns="0" bIns="0" anchor="ctr" anchorCtr="1">
            <a:noAutofit/>
          </a:bodyPr>
          <a:lstStyle>
            <a:lvl1pPr marL="0" marR="0" lvl="0"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1pPr>
            <a:lvl2pPr marL="0" marR="0" lvl="1"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2pPr>
            <a:lvl3pPr marL="0" marR="0" lvl="2"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3pPr>
            <a:lvl4pPr marL="0" marR="0" lvl="3"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4pPr>
            <a:lvl5pPr marL="0" marR="0" lvl="4"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5pPr>
            <a:lvl6pPr marL="0" marR="0" lvl="5"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6pPr>
            <a:lvl7pPr marL="0" marR="0" lvl="6"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7pPr>
            <a:lvl8pPr marL="0" marR="0" lvl="7"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8pPr>
            <a:lvl9pPr marL="0" marR="0" lvl="8"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61"/>
        <p:cNvGrpSpPr/>
        <p:nvPr/>
      </p:nvGrpSpPr>
      <p:grpSpPr>
        <a:xfrm>
          <a:off x="0" y="0"/>
          <a:ext cx="0" cy="0"/>
          <a:chOff x="0" y="0"/>
          <a:chExt cx="0" cy="0"/>
        </a:xfrm>
      </p:grpSpPr>
      <p:sp>
        <p:nvSpPr>
          <p:cNvPr id="62" name="Google Shape;62;p11"/>
          <p:cNvSpPr txBox="1">
            <a:spLocks noGrp="1"/>
          </p:cNvSpPr>
          <p:nvPr>
            <p:ph type="title"/>
          </p:nvPr>
        </p:nvSpPr>
        <p:spPr>
          <a:xfrm>
            <a:off x="914400" y="273050"/>
            <a:ext cx="7772400" cy="1143000"/>
          </a:xfrm>
          <a:prstGeom prst="rect">
            <a:avLst/>
          </a:prstGeom>
          <a:noFill/>
          <a:ln>
            <a:noFill/>
          </a:ln>
        </p:spPr>
        <p:txBody>
          <a:bodyPr spcFirstLastPara="1" wrap="square" lIns="91425" tIns="45700" rIns="91425" bIns="91425"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1"/>
          <p:cNvSpPr txBox="1">
            <a:spLocks noGrp="1"/>
          </p:cNvSpPr>
          <p:nvPr>
            <p:ph type="body" idx="1"/>
          </p:nvPr>
        </p:nvSpPr>
        <p:spPr>
          <a:xfrm>
            <a:off x="914400" y="1447800"/>
            <a:ext cx="3733800" cy="762000"/>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575"/>
              </a:spcBef>
              <a:spcAft>
                <a:spcPts val="0"/>
              </a:spcAft>
              <a:buSzPts val="2040"/>
              <a:buNone/>
              <a:defRPr sz="2400" b="1">
                <a:solidFill>
                  <a:schemeClr val="accent1"/>
                </a:solidFill>
                <a:latin typeface="Libre Franklin"/>
                <a:ea typeface="Libre Franklin"/>
                <a:cs typeface="Libre Franklin"/>
                <a:sym typeface="Libre Franklin"/>
              </a:defRPr>
            </a:lvl1pPr>
            <a:lvl2pPr marL="914400" lvl="1" indent="-228600" algn="l">
              <a:lnSpc>
                <a:spcPct val="100000"/>
              </a:lnSpc>
              <a:spcBef>
                <a:spcPts val="375"/>
              </a:spcBef>
              <a:spcAft>
                <a:spcPts val="0"/>
              </a:spcAft>
              <a:buSzPts val="1700"/>
              <a:buNone/>
              <a:defRPr sz="2000" b="1"/>
            </a:lvl2pPr>
            <a:lvl3pPr marL="1371600" lvl="2" indent="-228600" algn="l">
              <a:lnSpc>
                <a:spcPct val="100000"/>
              </a:lnSpc>
              <a:spcBef>
                <a:spcPts val="375"/>
              </a:spcBef>
              <a:spcAft>
                <a:spcPts val="0"/>
              </a:spcAft>
              <a:buSzPts val="1530"/>
              <a:buNone/>
              <a:defRPr sz="1800" b="1"/>
            </a:lvl3pPr>
            <a:lvl4pPr marL="1828800" lvl="3" indent="-228600" algn="l">
              <a:lnSpc>
                <a:spcPct val="100000"/>
              </a:lnSpc>
              <a:spcBef>
                <a:spcPts val="375"/>
              </a:spcBef>
              <a:spcAft>
                <a:spcPts val="0"/>
              </a:spcAft>
              <a:buSzPts val="1280"/>
              <a:buNone/>
              <a:defRPr sz="1600" b="1"/>
            </a:lvl4pPr>
            <a:lvl5pPr marL="2286000" lvl="4" indent="-228600" algn="l">
              <a:lnSpc>
                <a:spcPct val="100000"/>
              </a:lnSpc>
              <a:spcBef>
                <a:spcPts val="375"/>
              </a:spcBef>
              <a:spcAft>
                <a:spcPts val="0"/>
              </a:spcAft>
              <a:buSzPts val="1600"/>
              <a:buFont typeface="Libre Baskerville"/>
              <a:buNone/>
              <a:defRPr sz="1600" b="1"/>
            </a:lvl5pPr>
            <a:lvl6pPr marL="2743200" lvl="5" indent="-342900" algn="l">
              <a:lnSpc>
                <a:spcPct val="100000"/>
              </a:lnSpc>
              <a:spcBef>
                <a:spcPts val="370"/>
              </a:spcBef>
              <a:spcAft>
                <a:spcPts val="0"/>
              </a:spcAft>
              <a:buSzPts val="1800"/>
              <a:buChar char="•"/>
              <a:defRPr/>
            </a:lvl6pPr>
            <a:lvl7pPr marL="3200400" lvl="6" indent="-342900" algn="l">
              <a:lnSpc>
                <a:spcPct val="100000"/>
              </a:lnSpc>
              <a:spcBef>
                <a:spcPts val="370"/>
              </a:spcBef>
              <a:spcAft>
                <a:spcPts val="0"/>
              </a:spcAft>
              <a:buSzPts val="1800"/>
              <a:buChar char="•"/>
              <a:defRPr/>
            </a:lvl7pPr>
            <a:lvl8pPr marL="3657600" lvl="7" indent="-342900" algn="l">
              <a:lnSpc>
                <a:spcPct val="100000"/>
              </a:lnSpc>
              <a:spcBef>
                <a:spcPts val="370"/>
              </a:spcBef>
              <a:spcAft>
                <a:spcPts val="0"/>
              </a:spcAft>
              <a:buSzPts val="1800"/>
              <a:buChar char="•"/>
              <a:defRPr/>
            </a:lvl8pPr>
            <a:lvl9pPr marL="4114800" lvl="8" indent="-342900" algn="l">
              <a:lnSpc>
                <a:spcPct val="100000"/>
              </a:lnSpc>
              <a:spcBef>
                <a:spcPts val="370"/>
              </a:spcBef>
              <a:spcAft>
                <a:spcPts val="0"/>
              </a:spcAft>
              <a:buSzPts val="1800"/>
              <a:buChar char="•"/>
              <a:defRPr/>
            </a:lvl9pPr>
          </a:lstStyle>
          <a:p>
            <a:endParaRPr/>
          </a:p>
        </p:txBody>
      </p:sp>
      <p:sp>
        <p:nvSpPr>
          <p:cNvPr id="64" name="Google Shape;64;p11"/>
          <p:cNvSpPr txBox="1">
            <a:spLocks noGrp="1"/>
          </p:cNvSpPr>
          <p:nvPr>
            <p:ph type="body" idx="2"/>
          </p:nvPr>
        </p:nvSpPr>
        <p:spPr>
          <a:xfrm>
            <a:off x="4953000" y="1447800"/>
            <a:ext cx="3733800" cy="762000"/>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575"/>
              </a:spcBef>
              <a:spcAft>
                <a:spcPts val="0"/>
              </a:spcAft>
              <a:buSzPts val="2040"/>
              <a:buNone/>
              <a:defRPr sz="2400" b="1">
                <a:solidFill>
                  <a:schemeClr val="accent1"/>
                </a:solidFill>
                <a:latin typeface="Libre Franklin"/>
                <a:ea typeface="Libre Franklin"/>
                <a:cs typeface="Libre Franklin"/>
                <a:sym typeface="Libre Franklin"/>
              </a:defRPr>
            </a:lvl1pPr>
            <a:lvl2pPr marL="914400" lvl="1" indent="-228600" algn="l">
              <a:lnSpc>
                <a:spcPct val="100000"/>
              </a:lnSpc>
              <a:spcBef>
                <a:spcPts val="375"/>
              </a:spcBef>
              <a:spcAft>
                <a:spcPts val="0"/>
              </a:spcAft>
              <a:buSzPts val="1700"/>
              <a:buNone/>
              <a:defRPr sz="2000" b="1"/>
            </a:lvl2pPr>
            <a:lvl3pPr marL="1371600" lvl="2" indent="-228600" algn="l">
              <a:lnSpc>
                <a:spcPct val="100000"/>
              </a:lnSpc>
              <a:spcBef>
                <a:spcPts val="375"/>
              </a:spcBef>
              <a:spcAft>
                <a:spcPts val="0"/>
              </a:spcAft>
              <a:buSzPts val="1530"/>
              <a:buNone/>
              <a:defRPr sz="1800" b="1"/>
            </a:lvl3pPr>
            <a:lvl4pPr marL="1828800" lvl="3" indent="-228600" algn="l">
              <a:lnSpc>
                <a:spcPct val="100000"/>
              </a:lnSpc>
              <a:spcBef>
                <a:spcPts val="375"/>
              </a:spcBef>
              <a:spcAft>
                <a:spcPts val="0"/>
              </a:spcAft>
              <a:buSzPts val="1280"/>
              <a:buNone/>
              <a:defRPr sz="1600" b="1"/>
            </a:lvl4pPr>
            <a:lvl5pPr marL="2286000" lvl="4" indent="-228600" algn="l">
              <a:lnSpc>
                <a:spcPct val="100000"/>
              </a:lnSpc>
              <a:spcBef>
                <a:spcPts val="375"/>
              </a:spcBef>
              <a:spcAft>
                <a:spcPts val="0"/>
              </a:spcAft>
              <a:buSzPts val="1600"/>
              <a:buFont typeface="Libre Baskerville"/>
              <a:buNone/>
              <a:defRPr sz="1600" b="1"/>
            </a:lvl5pPr>
            <a:lvl6pPr marL="2743200" lvl="5" indent="-342900" algn="l">
              <a:lnSpc>
                <a:spcPct val="100000"/>
              </a:lnSpc>
              <a:spcBef>
                <a:spcPts val="370"/>
              </a:spcBef>
              <a:spcAft>
                <a:spcPts val="0"/>
              </a:spcAft>
              <a:buSzPts val="1800"/>
              <a:buChar char="•"/>
              <a:defRPr/>
            </a:lvl6pPr>
            <a:lvl7pPr marL="3200400" lvl="6" indent="-342900" algn="l">
              <a:lnSpc>
                <a:spcPct val="100000"/>
              </a:lnSpc>
              <a:spcBef>
                <a:spcPts val="370"/>
              </a:spcBef>
              <a:spcAft>
                <a:spcPts val="0"/>
              </a:spcAft>
              <a:buSzPts val="1800"/>
              <a:buChar char="•"/>
              <a:defRPr/>
            </a:lvl7pPr>
            <a:lvl8pPr marL="3657600" lvl="7" indent="-342900" algn="l">
              <a:lnSpc>
                <a:spcPct val="100000"/>
              </a:lnSpc>
              <a:spcBef>
                <a:spcPts val="370"/>
              </a:spcBef>
              <a:spcAft>
                <a:spcPts val="0"/>
              </a:spcAft>
              <a:buSzPts val="1800"/>
              <a:buChar char="•"/>
              <a:defRPr/>
            </a:lvl8pPr>
            <a:lvl9pPr marL="4114800" lvl="8" indent="-342900" algn="l">
              <a:lnSpc>
                <a:spcPct val="100000"/>
              </a:lnSpc>
              <a:spcBef>
                <a:spcPts val="370"/>
              </a:spcBef>
              <a:spcAft>
                <a:spcPts val="0"/>
              </a:spcAft>
              <a:buSzPts val="1800"/>
              <a:buChar char="•"/>
              <a:defRPr/>
            </a:lvl9pPr>
          </a:lstStyle>
          <a:p>
            <a:endParaRPr/>
          </a:p>
        </p:txBody>
      </p:sp>
      <p:sp>
        <p:nvSpPr>
          <p:cNvPr id="65" name="Google Shape;65;p11"/>
          <p:cNvSpPr txBox="1">
            <a:spLocks noGrp="1"/>
          </p:cNvSpPr>
          <p:nvPr>
            <p:ph type="body" idx="3"/>
          </p:nvPr>
        </p:nvSpPr>
        <p:spPr>
          <a:xfrm>
            <a:off x="914400" y="2247900"/>
            <a:ext cx="3733800" cy="3886200"/>
          </a:xfrm>
          <a:prstGeom prst="rect">
            <a:avLst/>
          </a:prstGeom>
          <a:noFill/>
          <a:ln>
            <a:noFill/>
          </a:ln>
        </p:spPr>
        <p:txBody>
          <a:bodyPr spcFirstLastPara="1" wrap="square" lIns="91425" tIns="45700" rIns="91425" bIns="45700" anchor="t" anchorCtr="0">
            <a:noAutofit/>
          </a:bodyPr>
          <a:lstStyle>
            <a:lvl1pPr marL="457200" lvl="0" indent="-325755" algn="l">
              <a:lnSpc>
                <a:spcPct val="100000"/>
              </a:lnSpc>
              <a:spcBef>
                <a:spcPts val="575"/>
              </a:spcBef>
              <a:spcAft>
                <a:spcPts val="0"/>
              </a:spcAft>
              <a:buSzPts val="1530"/>
              <a:buChar char="⚫"/>
              <a:defRPr/>
            </a:lvl1pPr>
            <a:lvl2pPr marL="914400" lvl="1" indent="-325755" algn="l">
              <a:lnSpc>
                <a:spcPct val="100000"/>
              </a:lnSpc>
              <a:spcBef>
                <a:spcPts val="375"/>
              </a:spcBef>
              <a:spcAft>
                <a:spcPts val="0"/>
              </a:spcAft>
              <a:buSzPts val="1530"/>
              <a:buChar char="⚫"/>
              <a:defRPr/>
            </a:lvl2pPr>
            <a:lvl3pPr marL="1371600" lvl="2" indent="-325755" algn="l">
              <a:lnSpc>
                <a:spcPct val="100000"/>
              </a:lnSpc>
              <a:spcBef>
                <a:spcPts val="375"/>
              </a:spcBef>
              <a:spcAft>
                <a:spcPts val="0"/>
              </a:spcAft>
              <a:buSzPts val="1530"/>
              <a:buChar char="⚫"/>
              <a:defRPr/>
            </a:lvl3pPr>
            <a:lvl4pPr marL="1828800" lvl="3" indent="-320040" algn="l">
              <a:lnSpc>
                <a:spcPct val="100000"/>
              </a:lnSpc>
              <a:spcBef>
                <a:spcPts val="375"/>
              </a:spcBef>
              <a:spcAft>
                <a:spcPts val="0"/>
              </a:spcAft>
              <a:buSzPts val="1440"/>
              <a:buChar char="⚫"/>
              <a:defRPr/>
            </a:lvl4pPr>
            <a:lvl5pPr marL="2286000" lvl="4" indent="-342900" algn="l">
              <a:lnSpc>
                <a:spcPct val="100000"/>
              </a:lnSpc>
              <a:spcBef>
                <a:spcPts val="375"/>
              </a:spcBef>
              <a:spcAft>
                <a:spcPts val="0"/>
              </a:spcAft>
              <a:buSzPts val="1800"/>
              <a:buChar char="o"/>
              <a:defRPr/>
            </a:lvl5pPr>
            <a:lvl6pPr marL="2743200" lvl="5" indent="-342900" algn="l">
              <a:lnSpc>
                <a:spcPct val="100000"/>
              </a:lnSpc>
              <a:spcBef>
                <a:spcPts val="370"/>
              </a:spcBef>
              <a:spcAft>
                <a:spcPts val="0"/>
              </a:spcAft>
              <a:buSzPts val="1800"/>
              <a:buChar char="•"/>
              <a:defRPr/>
            </a:lvl6pPr>
            <a:lvl7pPr marL="3200400" lvl="6" indent="-342900" algn="l">
              <a:lnSpc>
                <a:spcPct val="100000"/>
              </a:lnSpc>
              <a:spcBef>
                <a:spcPts val="370"/>
              </a:spcBef>
              <a:spcAft>
                <a:spcPts val="0"/>
              </a:spcAft>
              <a:buSzPts val="1800"/>
              <a:buChar char="•"/>
              <a:defRPr/>
            </a:lvl7pPr>
            <a:lvl8pPr marL="3657600" lvl="7" indent="-342900" algn="l">
              <a:lnSpc>
                <a:spcPct val="100000"/>
              </a:lnSpc>
              <a:spcBef>
                <a:spcPts val="370"/>
              </a:spcBef>
              <a:spcAft>
                <a:spcPts val="0"/>
              </a:spcAft>
              <a:buSzPts val="1800"/>
              <a:buChar char="•"/>
              <a:defRPr/>
            </a:lvl8pPr>
            <a:lvl9pPr marL="4114800" lvl="8" indent="-342900" algn="l">
              <a:lnSpc>
                <a:spcPct val="100000"/>
              </a:lnSpc>
              <a:spcBef>
                <a:spcPts val="370"/>
              </a:spcBef>
              <a:spcAft>
                <a:spcPts val="0"/>
              </a:spcAft>
              <a:buSzPts val="1800"/>
              <a:buChar char="•"/>
              <a:defRPr/>
            </a:lvl9pPr>
          </a:lstStyle>
          <a:p>
            <a:endParaRPr/>
          </a:p>
        </p:txBody>
      </p:sp>
      <p:sp>
        <p:nvSpPr>
          <p:cNvPr id="66" name="Google Shape;66;p11"/>
          <p:cNvSpPr txBox="1">
            <a:spLocks noGrp="1"/>
          </p:cNvSpPr>
          <p:nvPr>
            <p:ph type="body" idx="4"/>
          </p:nvPr>
        </p:nvSpPr>
        <p:spPr>
          <a:xfrm>
            <a:off x="4953000" y="2247900"/>
            <a:ext cx="3733800" cy="3886200"/>
          </a:xfrm>
          <a:prstGeom prst="rect">
            <a:avLst/>
          </a:prstGeom>
          <a:noFill/>
          <a:ln>
            <a:noFill/>
          </a:ln>
        </p:spPr>
        <p:txBody>
          <a:bodyPr spcFirstLastPara="1" wrap="square" lIns="91425" tIns="45700" rIns="91425" bIns="45700" anchor="t" anchorCtr="0">
            <a:noAutofit/>
          </a:bodyPr>
          <a:lstStyle>
            <a:lvl1pPr marL="457200" lvl="0" indent="-325755" algn="l">
              <a:lnSpc>
                <a:spcPct val="100000"/>
              </a:lnSpc>
              <a:spcBef>
                <a:spcPts val="575"/>
              </a:spcBef>
              <a:spcAft>
                <a:spcPts val="0"/>
              </a:spcAft>
              <a:buSzPts val="1530"/>
              <a:buChar char="⚫"/>
              <a:defRPr/>
            </a:lvl1pPr>
            <a:lvl2pPr marL="914400" lvl="1" indent="-325755" algn="l">
              <a:lnSpc>
                <a:spcPct val="100000"/>
              </a:lnSpc>
              <a:spcBef>
                <a:spcPts val="375"/>
              </a:spcBef>
              <a:spcAft>
                <a:spcPts val="0"/>
              </a:spcAft>
              <a:buSzPts val="1530"/>
              <a:buChar char="⚫"/>
              <a:defRPr/>
            </a:lvl2pPr>
            <a:lvl3pPr marL="1371600" lvl="2" indent="-325755" algn="l">
              <a:lnSpc>
                <a:spcPct val="100000"/>
              </a:lnSpc>
              <a:spcBef>
                <a:spcPts val="375"/>
              </a:spcBef>
              <a:spcAft>
                <a:spcPts val="0"/>
              </a:spcAft>
              <a:buSzPts val="1530"/>
              <a:buChar char="⚫"/>
              <a:defRPr/>
            </a:lvl3pPr>
            <a:lvl4pPr marL="1828800" lvl="3" indent="-320040" algn="l">
              <a:lnSpc>
                <a:spcPct val="100000"/>
              </a:lnSpc>
              <a:spcBef>
                <a:spcPts val="375"/>
              </a:spcBef>
              <a:spcAft>
                <a:spcPts val="0"/>
              </a:spcAft>
              <a:buSzPts val="1440"/>
              <a:buChar char="⚫"/>
              <a:defRPr/>
            </a:lvl4pPr>
            <a:lvl5pPr marL="2286000" lvl="4" indent="-342900" algn="l">
              <a:lnSpc>
                <a:spcPct val="100000"/>
              </a:lnSpc>
              <a:spcBef>
                <a:spcPts val="375"/>
              </a:spcBef>
              <a:spcAft>
                <a:spcPts val="0"/>
              </a:spcAft>
              <a:buSzPts val="1800"/>
              <a:buChar char="o"/>
              <a:defRPr/>
            </a:lvl5pPr>
            <a:lvl6pPr marL="2743200" lvl="5" indent="-342900" algn="l">
              <a:lnSpc>
                <a:spcPct val="100000"/>
              </a:lnSpc>
              <a:spcBef>
                <a:spcPts val="370"/>
              </a:spcBef>
              <a:spcAft>
                <a:spcPts val="0"/>
              </a:spcAft>
              <a:buSzPts val="1800"/>
              <a:buChar char="•"/>
              <a:defRPr/>
            </a:lvl6pPr>
            <a:lvl7pPr marL="3200400" lvl="6" indent="-342900" algn="l">
              <a:lnSpc>
                <a:spcPct val="100000"/>
              </a:lnSpc>
              <a:spcBef>
                <a:spcPts val="370"/>
              </a:spcBef>
              <a:spcAft>
                <a:spcPts val="0"/>
              </a:spcAft>
              <a:buSzPts val="1800"/>
              <a:buChar char="•"/>
              <a:defRPr/>
            </a:lvl7pPr>
            <a:lvl8pPr marL="3657600" lvl="7" indent="-342900" algn="l">
              <a:lnSpc>
                <a:spcPct val="100000"/>
              </a:lnSpc>
              <a:spcBef>
                <a:spcPts val="370"/>
              </a:spcBef>
              <a:spcAft>
                <a:spcPts val="0"/>
              </a:spcAft>
              <a:buSzPts val="1800"/>
              <a:buChar char="•"/>
              <a:defRPr/>
            </a:lvl8pPr>
            <a:lvl9pPr marL="4114800" lvl="8" indent="-342900" algn="l">
              <a:lnSpc>
                <a:spcPct val="100000"/>
              </a:lnSpc>
              <a:spcBef>
                <a:spcPts val="370"/>
              </a:spcBef>
              <a:spcAft>
                <a:spcPts val="0"/>
              </a:spcAft>
              <a:buSzPts val="1800"/>
              <a:buChar char="•"/>
              <a:defRPr/>
            </a:lvl9pPr>
          </a:lstStyle>
          <a:p>
            <a:endParaRPr/>
          </a:p>
        </p:txBody>
      </p:sp>
      <p:sp>
        <p:nvSpPr>
          <p:cNvPr id="67" name="Google Shape;67;p11"/>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sz="1400">
                <a:solidFill>
                  <a:schemeClr val="dk2"/>
                </a:solidFill>
                <a:latin typeface="Libre Baskerville"/>
                <a:ea typeface="Libre Baskerville"/>
                <a:cs typeface="Libre Baskerville"/>
                <a:sym typeface="Libre Baskervill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11"/>
          <p:cNvSpPr txBox="1">
            <a:spLocks noGrp="1"/>
          </p:cNvSpPr>
          <p:nvPr>
            <p:ph type="ftr" idx="11"/>
          </p:nvPr>
        </p:nvSpPr>
        <p:spPr>
          <a:xfrm>
            <a:off x="914400" y="6172200"/>
            <a:ext cx="3962400" cy="4572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400">
                <a:solidFill>
                  <a:schemeClr val="dk2"/>
                </a:solidFill>
                <a:latin typeface="Libre Baskerville"/>
                <a:ea typeface="Libre Baskerville"/>
                <a:cs typeface="Libre Baskerville"/>
                <a:sym typeface="Libre Baskervill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11"/>
          <p:cNvSpPr>
            <a:spLocks noGrp="1"/>
          </p:cNvSpPr>
          <p:nvPr>
            <p:ph type="sldNum" idx="12"/>
          </p:nvPr>
        </p:nvSpPr>
        <p:spPr>
          <a:xfrm>
            <a:off x="146050" y="6210300"/>
            <a:ext cx="457200" cy="457200"/>
          </a:xfrm>
          <a:prstGeom prst="ellipse">
            <a:avLst/>
          </a:prstGeom>
          <a:solidFill>
            <a:schemeClr val="accent1"/>
          </a:solidFill>
          <a:ln>
            <a:noFill/>
          </a:ln>
        </p:spPr>
        <p:txBody>
          <a:bodyPr spcFirstLastPara="1" wrap="square" lIns="0" tIns="0" rIns="0" bIns="0" anchor="ctr" anchorCtr="1">
            <a:noAutofit/>
          </a:bodyPr>
          <a:lstStyle>
            <a:lvl1pPr marL="0" marR="0" lvl="0"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1pPr>
            <a:lvl2pPr marL="0" marR="0" lvl="1"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2pPr>
            <a:lvl3pPr marL="0" marR="0" lvl="2"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3pPr>
            <a:lvl4pPr marL="0" marR="0" lvl="3"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4pPr>
            <a:lvl5pPr marL="0" marR="0" lvl="4"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5pPr>
            <a:lvl6pPr marL="0" marR="0" lvl="5"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6pPr>
            <a:lvl7pPr marL="0" marR="0" lvl="6"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7pPr>
            <a:lvl8pPr marL="0" marR="0" lvl="7"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8pPr>
            <a:lvl9pPr marL="0" marR="0" lvl="8"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70"/>
        <p:cNvGrpSpPr/>
        <p:nvPr/>
      </p:nvGrpSpPr>
      <p:grpSpPr>
        <a:xfrm>
          <a:off x="0" y="0"/>
          <a:ext cx="0" cy="0"/>
          <a:chOff x="0" y="0"/>
          <a:chExt cx="0" cy="0"/>
        </a:xfrm>
      </p:grpSpPr>
      <p:sp>
        <p:nvSpPr>
          <p:cNvPr id="71" name="Google Shape;71;p12"/>
          <p:cNvSpPr txBox="1">
            <a:spLocks noGrp="1"/>
          </p:cNvSpPr>
          <p:nvPr>
            <p:ph type="title"/>
          </p:nvPr>
        </p:nvSpPr>
        <p:spPr>
          <a:xfrm>
            <a:off x="914400" y="274637"/>
            <a:ext cx="7772400" cy="1143000"/>
          </a:xfrm>
          <a:prstGeom prst="rect">
            <a:avLst/>
          </a:prstGeom>
          <a:noFill/>
          <a:ln>
            <a:noFill/>
          </a:ln>
        </p:spPr>
        <p:txBody>
          <a:bodyPr spcFirstLastPara="1" wrap="square" lIns="91425" tIns="45700" rIns="91425" bIns="91425"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12"/>
          <p:cNvSpPr txBox="1">
            <a:spLocks noGrp="1"/>
          </p:cNvSpPr>
          <p:nvPr>
            <p:ph type="body" idx="1"/>
          </p:nvPr>
        </p:nvSpPr>
        <p:spPr>
          <a:xfrm>
            <a:off x="914400" y="1447800"/>
            <a:ext cx="3749040" cy="4572000"/>
          </a:xfrm>
          <a:prstGeom prst="rect">
            <a:avLst/>
          </a:prstGeom>
          <a:noFill/>
          <a:ln>
            <a:noFill/>
          </a:ln>
        </p:spPr>
        <p:txBody>
          <a:bodyPr spcFirstLastPara="1" wrap="square" lIns="91425" tIns="45700" rIns="91425" bIns="45700" anchor="t" anchorCtr="0">
            <a:noAutofit/>
          </a:bodyPr>
          <a:lstStyle>
            <a:lvl1pPr marL="457200" lvl="0" indent="-325755" algn="l">
              <a:lnSpc>
                <a:spcPct val="100000"/>
              </a:lnSpc>
              <a:spcBef>
                <a:spcPts val="575"/>
              </a:spcBef>
              <a:spcAft>
                <a:spcPts val="0"/>
              </a:spcAft>
              <a:buSzPts val="1530"/>
              <a:buChar char="⚫"/>
              <a:defRPr/>
            </a:lvl1pPr>
            <a:lvl2pPr marL="914400" lvl="1" indent="-325755" algn="l">
              <a:lnSpc>
                <a:spcPct val="100000"/>
              </a:lnSpc>
              <a:spcBef>
                <a:spcPts val="375"/>
              </a:spcBef>
              <a:spcAft>
                <a:spcPts val="0"/>
              </a:spcAft>
              <a:buSzPts val="1530"/>
              <a:buChar char="⚫"/>
              <a:defRPr/>
            </a:lvl2pPr>
            <a:lvl3pPr marL="1371600" lvl="2" indent="-325755" algn="l">
              <a:lnSpc>
                <a:spcPct val="100000"/>
              </a:lnSpc>
              <a:spcBef>
                <a:spcPts val="375"/>
              </a:spcBef>
              <a:spcAft>
                <a:spcPts val="0"/>
              </a:spcAft>
              <a:buSzPts val="1530"/>
              <a:buChar char="⚫"/>
              <a:defRPr/>
            </a:lvl3pPr>
            <a:lvl4pPr marL="1828800" lvl="3" indent="-320040" algn="l">
              <a:lnSpc>
                <a:spcPct val="100000"/>
              </a:lnSpc>
              <a:spcBef>
                <a:spcPts val="375"/>
              </a:spcBef>
              <a:spcAft>
                <a:spcPts val="0"/>
              </a:spcAft>
              <a:buSzPts val="1440"/>
              <a:buChar char="⚫"/>
              <a:defRPr/>
            </a:lvl4pPr>
            <a:lvl5pPr marL="2286000" lvl="4" indent="-342900" algn="l">
              <a:lnSpc>
                <a:spcPct val="100000"/>
              </a:lnSpc>
              <a:spcBef>
                <a:spcPts val="375"/>
              </a:spcBef>
              <a:spcAft>
                <a:spcPts val="0"/>
              </a:spcAft>
              <a:buSzPts val="1800"/>
              <a:buChar char="o"/>
              <a:defRPr/>
            </a:lvl5pPr>
            <a:lvl6pPr marL="2743200" lvl="5" indent="-342900" algn="l">
              <a:lnSpc>
                <a:spcPct val="100000"/>
              </a:lnSpc>
              <a:spcBef>
                <a:spcPts val="370"/>
              </a:spcBef>
              <a:spcAft>
                <a:spcPts val="0"/>
              </a:spcAft>
              <a:buSzPts val="1800"/>
              <a:buChar char="•"/>
              <a:defRPr/>
            </a:lvl6pPr>
            <a:lvl7pPr marL="3200400" lvl="6" indent="-342900" algn="l">
              <a:lnSpc>
                <a:spcPct val="100000"/>
              </a:lnSpc>
              <a:spcBef>
                <a:spcPts val="370"/>
              </a:spcBef>
              <a:spcAft>
                <a:spcPts val="0"/>
              </a:spcAft>
              <a:buSzPts val="1800"/>
              <a:buChar char="•"/>
              <a:defRPr/>
            </a:lvl7pPr>
            <a:lvl8pPr marL="3657600" lvl="7" indent="-342900" algn="l">
              <a:lnSpc>
                <a:spcPct val="100000"/>
              </a:lnSpc>
              <a:spcBef>
                <a:spcPts val="370"/>
              </a:spcBef>
              <a:spcAft>
                <a:spcPts val="0"/>
              </a:spcAft>
              <a:buSzPts val="1800"/>
              <a:buChar char="•"/>
              <a:defRPr/>
            </a:lvl8pPr>
            <a:lvl9pPr marL="4114800" lvl="8" indent="-342900" algn="l">
              <a:lnSpc>
                <a:spcPct val="100000"/>
              </a:lnSpc>
              <a:spcBef>
                <a:spcPts val="370"/>
              </a:spcBef>
              <a:spcAft>
                <a:spcPts val="0"/>
              </a:spcAft>
              <a:buSzPts val="1800"/>
              <a:buChar char="•"/>
              <a:defRPr/>
            </a:lvl9pPr>
          </a:lstStyle>
          <a:p>
            <a:endParaRPr/>
          </a:p>
        </p:txBody>
      </p:sp>
      <p:sp>
        <p:nvSpPr>
          <p:cNvPr id="73" name="Google Shape;73;p12"/>
          <p:cNvSpPr txBox="1">
            <a:spLocks noGrp="1"/>
          </p:cNvSpPr>
          <p:nvPr>
            <p:ph type="body" idx="2"/>
          </p:nvPr>
        </p:nvSpPr>
        <p:spPr>
          <a:xfrm>
            <a:off x="4933950" y="1447800"/>
            <a:ext cx="3749040" cy="4572000"/>
          </a:xfrm>
          <a:prstGeom prst="rect">
            <a:avLst/>
          </a:prstGeom>
          <a:noFill/>
          <a:ln>
            <a:noFill/>
          </a:ln>
        </p:spPr>
        <p:txBody>
          <a:bodyPr spcFirstLastPara="1" wrap="square" lIns="91425" tIns="45700" rIns="91425" bIns="45700" anchor="t" anchorCtr="0">
            <a:noAutofit/>
          </a:bodyPr>
          <a:lstStyle>
            <a:lvl1pPr marL="457200" lvl="0" indent="-325755" algn="l">
              <a:lnSpc>
                <a:spcPct val="100000"/>
              </a:lnSpc>
              <a:spcBef>
                <a:spcPts val="575"/>
              </a:spcBef>
              <a:spcAft>
                <a:spcPts val="0"/>
              </a:spcAft>
              <a:buSzPts val="1530"/>
              <a:buChar char="⚫"/>
              <a:defRPr/>
            </a:lvl1pPr>
            <a:lvl2pPr marL="914400" lvl="1" indent="-325755" algn="l">
              <a:lnSpc>
                <a:spcPct val="100000"/>
              </a:lnSpc>
              <a:spcBef>
                <a:spcPts val="375"/>
              </a:spcBef>
              <a:spcAft>
                <a:spcPts val="0"/>
              </a:spcAft>
              <a:buSzPts val="1530"/>
              <a:buChar char="⚫"/>
              <a:defRPr/>
            </a:lvl2pPr>
            <a:lvl3pPr marL="1371600" lvl="2" indent="-325755" algn="l">
              <a:lnSpc>
                <a:spcPct val="100000"/>
              </a:lnSpc>
              <a:spcBef>
                <a:spcPts val="375"/>
              </a:spcBef>
              <a:spcAft>
                <a:spcPts val="0"/>
              </a:spcAft>
              <a:buSzPts val="1530"/>
              <a:buChar char="⚫"/>
              <a:defRPr/>
            </a:lvl3pPr>
            <a:lvl4pPr marL="1828800" lvl="3" indent="-320040" algn="l">
              <a:lnSpc>
                <a:spcPct val="100000"/>
              </a:lnSpc>
              <a:spcBef>
                <a:spcPts val="375"/>
              </a:spcBef>
              <a:spcAft>
                <a:spcPts val="0"/>
              </a:spcAft>
              <a:buSzPts val="1440"/>
              <a:buChar char="⚫"/>
              <a:defRPr/>
            </a:lvl4pPr>
            <a:lvl5pPr marL="2286000" lvl="4" indent="-342900" algn="l">
              <a:lnSpc>
                <a:spcPct val="100000"/>
              </a:lnSpc>
              <a:spcBef>
                <a:spcPts val="375"/>
              </a:spcBef>
              <a:spcAft>
                <a:spcPts val="0"/>
              </a:spcAft>
              <a:buSzPts val="1800"/>
              <a:buChar char="o"/>
              <a:defRPr/>
            </a:lvl5pPr>
            <a:lvl6pPr marL="2743200" lvl="5" indent="-342900" algn="l">
              <a:lnSpc>
                <a:spcPct val="100000"/>
              </a:lnSpc>
              <a:spcBef>
                <a:spcPts val="370"/>
              </a:spcBef>
              <a:spcAft>
                <a:spcPts val="0"/>
              </a:spcAft>
              <a:buSzPts val="1800"/>
              <a:buChar char="•"/>
              <a:defRPr/>
            </a:lvl6pPr>
            <a:lvl7pPr marL="3200400" lvl="6" indent="-342900" algn="l">
              <a:lnSpc>
                <a:spcPct val="100000"/>
              </a:lnSpc>
              <a:spcBef>
                <a:spcPts val="370"/>
              </a:spcBef>
              <a:spcAft>
                <a:spcPts val="0"/>
              </a:spcAft>
              <a:buSzPts val="1800"/>
              <a:buChar char="•"/>
              <a:defRPr/>
            </a:lvl7pPr>
            <a:lvl8pPr marL="3657600" lvl="7" indent="-342900" algn="l">
              <a:lnSpc>
                <a:spcPct val="100000"/>
              </a:lnSpc>
              <a:spcBef>
                <a:spcPts val="370"/>
              </a:spcBef>
              <a:spcAft>
                <a:spcPts val="0"/>
              </a:spcAft>
              <a:buSzPts val="1800"/>
              <a:buChar char="•"/>
              <a:defRPr/>
            </a:lvl8pPr>
            <a:lvl9pPr marL="4114800" lvl="8" indent="-342900" algn="l">
              <a:lnSpc>
                <a:spcPct val="100000"/>
              </a:lnSpc>
              <a:spcBef>
                <a:spcPts val="370"/>
              </a:spcBef>
              <a:spcAft>
                <a:spcPts val="0"/>
              </a:spcAft>
              <a:buSzPts val="1800"/>
              <a:buChar char="•"/>
              <a:defRPr/>
            </a:lvl9pPr>
          </a:lstStyle>
          <a:p>
            <a:endParaRPr/>
          </a:p>
        </p:txBody>
      </p:sp>
      <p:sp>
        <p:nvSpPr>
          <p:cNvPr id="74" name="Google Shape;74;p12"/>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sz="1400">
                <a:solidFill>
                  <a:schemeClr val="dk2"/>
                </a:solidFill>
                <a:latin typeface="Libre Baskerville"/>
                <a:ea typeface="Libre Baskerville"/>
                <a:cs typeface="Libre Baskerville"/>
                <a:sym typeface="Libre Baskervill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2"/>
          <p:cNvSpPr txBox="1">
            <a:spLocks noGrp="1"/>
          </p:cNvSpPr>
          <p:nvPr>
            <p:ph type="ftr" idx="11"/>
          </p:nvPr>
        </p:nvSpPr>
        <p:spPr>
          <a:xfrm>
            <a:off x="914400" y="6172200"/>
            <a:ext cx="3962400" cy="4572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400">
                <a:solidFill>
                  <a:schemeClr val="dk2"/>
                </a:solidFill>
                <a:latin typeface="Libre Baskerville"/>
                <a:ea typeface="Libre Baskerville"/>
                <a:cs typeface="Libre Baskerville"/>
                <a:sym typeface="Libre Baskervill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2"/>
          <p:cNvSpPr>
            <a:spLocks noGrp="1"/>
          </p:cNvSpPr>
          <p:nvPr>
            <p:ph type="sldNum" idx="12"/>
          </p:nvPr>
        </p:nvSpPr>
        <p:spPr>
          <a:xfrm>
            <a:off x="146050" y="6210300"/>
            <a:ext cx="457200" cy="457200"/>
          </a:xfrm>
          <a:prstGeom prst="ellipse">
            <a:avLst/>
          </a:prstGeom>
          <a:solidFill>
            <a:schemeClr val="accent1"/>
          </a:solidFill>
          <a:ln>
            <a:noFill/>
          </a:ln>
        </p:spPr>
        <p:txBody>
          <a:bodyPr spcFirstLastPara="1" wrap="square" lIns="0" tIns="0" rIns="0" bIns="0" anchor="ctr" anchorCtr="1">
            <a:noAutofit/>
          </a:bodyPr>
          <a:lstStyle>
            <a:lvl1pPr marL="0" marR="0" lvl="0"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1pPr>
            <a:lvl2pPr marL="0" marR="0" lvl="1"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2pPr>
            <a:lvl3pPr marL="0" marR="0" lvl="2"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3pPr>
            <a:lvl4pPr marL="0" marR="0" lvl="3"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4pPr>
            <a:lvl5pPr marL="0" marR="0" lvl="4"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5pPr>
            <a:lvl6pPr marL="0" marR="0" lvl="5"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6pPr>
            <a:lvl7pPr marL="0" marR="0" lvl="6"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7pPr>
            <a:lvl8pPr marL="0" marR="0" lvl="7"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8pPr>
            <a:lvl9pPr marL="0" marR="0" lvl="8"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88"/>
        <p:cNvGrpSpPr/>
        <p:nvPr/>
      </p:nvGrpSpPr>
      <p:grpSpPr>
        <a:xfrm>
          <a:off x="0" y="0"/>
          <a:ext cx="0" cy="0"/>
          <a:chOff x="0" y="0"/>
          <a:chExt cx="0" cy="0"/>
        </a:xfrm>
      </p:grpSpPr>
      <p:sp>
        <p:nvSpPr>
          <p:cNvPr id="89" name="Google Shape;89;p14"/>
          <p:cNvSpPr txBox="1">
            <a:spLocks noGrp="1"/>
          </p:cNvSpPr>
          <p:nvPr>
            <p:ph type="title"/>
          </p:nvPr>
        </p:nvSpPr>
        <p:spPr>
          <a:xfrm>
            <a:off x="722313" y="952500"/>
            <a:ext cx="7772400" cy="1362075"/>
          </a:xfrm>
          <a:prstGeom prst="rect">
            <a:avLst/>
          </a:prstGeom>
          <a:noFill/>
          <a:ln>
            <a:noFill/>
          </a:ln>
        </p:spPr>
        <p:txBody>
          <a:bodyPr spcFirstLastPara="1" wrap="square" lIns="91425" tIns="45700" rIns="91425" bIns="91425" anchor="b" anchorCtr="0">
            <a:noAutofit/>
          </a:bodyPr>
          <a:lstStyle>
            <a:lvl1pPr lvl="0" algn="l">
              <a:lnSpc>
                <a:spcPct val="100000"/>
              </a:lnSpc>
              <a:spcBef>
                <a:spcPts val="0"/>
              </a:spcBef>
              <a:spcAft>
                <a:spcPts val="0"/>
              </a:spcAft>
              <a:buClr>
                <a:schemeClr val="dk2"/>
              </a:buClr>
              <a:buSzPts val="4000"/>
              <a:buFont typeface="Libre Franklin"/>
              <a:buNone/>
              <a:defRPr sz="4000" b="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4"/>
          <p:cNvSpPr txBox="1">
            <a:spLocks noGrp="1"/>
          </p:cNvSpPr>
          <p:nvPr>
            <p:ph type="body" idx="1"/>
          </p:nvPr>
        </p:nvSpPr>
        <p:spPr>
          <a:xfrm>
            <a:off x="722313" y="2547938"/>
            <a:ext cx="7772400" cy="1338262"/>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575"/>
              </a:spcBef>
              <a:spcAft>
                <a:spcPts val="0"/>
              </a:spcAft>
              <a:buSzPts val="2040"/>
              <a:buNone/>
              <a:defRPr sz="2400">
                <a:solidFill>
                  <a:srgbClr val="888888"/>
                </a:solidFill>
              </a:defRPr>
            </a:lvl1pPr>
            <a:lvl2pPr marL="914400" lvl="1" indent="-228600" algn="l">
              <a:lnSpc>
                <a:spcPct val="100000"/>
              </a:lnSpc>
              <a:spcBef>
                <a:spcPts val="375"/>
              </a:spcBef>
              <a:spcAft>
                <a:spcPts val="0"/>
              </a:spcAft>
              <a:buSzPts val="1530"/>
              <a:buNone/>
              <a:defRPr sz="1800">
                <a:solidFill>
                  <a:srgbClr val="888888"/>
                </a:solidFill>
              </a:defRPr>
            </a:lvl2pPr>
            <a:lvl3pPr marL="1371600" lvl="2" indent="-228600" algn="l">
              <a:lnSpc>
                <a:spcPct val="100000"/>
              </a:lnSpc>
              <a:spcBef>
                <a:spcPts val="375"/>
              </a:spcBef>
              <a:spcAft>
                <a:spcPts val="0"/>
              </a:spcAft>
              <a:buSzPts val="1360"/>
              <a:buNone/>
              <a:defRPr sz="1600">
                <a:solidFill>
                  <a:srgbClr val="888888"/>
                </a:solidFill>
              </a:defRPr>
            </a:lvl3pPr>
            <a:lvl4pPr marL="1828800" lvl="3" indent="-228600" algn="l">
              <a:lnSpc>
                <a:spcPct val="100000"/>
              </a:lnSpc>
              <a:spcBef>
                <a:spcPts val="375"/>
              </a:spcBef>
              <a:spcAft>
                <a:spcPts val="0"/>
              </a:spcAft>
              <a:buSzPts val="1120"/>
              <a:buNone/>
              <a:defRPr sz="1400">
                <a:solidFill>
                  <a:srgbClr val="888888"/>
                </a:solidFill>
              </a:defRPr>
            </a:lvl4pPr>
            <a:lvl5pPr marL="2286000" lvl="4" indent="-228600" algn="l">
              <a:lnSpc>
                <a:spcPct val="100000"/>
              </a:lnSpc>
              <a:spcBef>
                <a:spcPts val="375"/>
              </a:spcBef>
              <a:spcAft>
                <a:spcPts val="0"/>
              </a:spcAft>
              <a:buSzPts val="1400"/>
              <a:buFont typeface="Libre Baskerville"/>
              <a:buNone/>
              <a:defRPr sz="1400">
                <a:solidFill>
                  <a:srgbClr val="888888"/>
                </a:solidFill>
              </a:defRPr>
            </a:lvl5pPr>
            <a:lvl6pPr marL="2743200" lvl="5" indent="-342900" algn="l">
              <a:lnSpc>
                <a:spcPct val="100000"/>
              </a:lnSpc>
              <a:spcBef>
                <a:spcPts val="370"/>
              </a:spcBef>
              <a:spcAft>
                <a:spcPts val="0"/>
              </a:spcAft>
              <a:buSzPts val="1800"/>
              <a:buChar char="•"/>
              <a:defRPr/>
            </a:lvl6pPr>
            <a:lvl7pPr marL="3200400" lvl="6" indent="-342900" algn="l">
              <a:lnSpc>
                <a:spcPct val="100000"/>
              </a:lnSpc>
              <a:spcBef>
                <a:spcPts val="370"/>
              </a:spcBef>
              <a:spcAft>
                <a:spcPts val="0"/>
              </a:spcAft>
              <a:buSzPts val="1800"/>
              <a:buChar char="•"/>
              <a:defRPr/>
            </a:lvl7pPr>
            <a:lvl8pPr marL="3657600" lvl="7" indent="-342900" algn="l">
              <a:lnSpc>
                <a:spcPct val="100000"/>
              </a:lnSpc>
              <a:spcBef>
                <a:spcPts val="370"/>
              </a:spcBef>
              <a:spcAft>
                <a:spcPts val="0"/>
              </a:spcAft>
              <a:buSzPts val="1800"/>
              <a:buChar char="•"/>
              <a:defRPr/>
            </a:lvl8pPr>
            <a:lvl9pPr marL="4114800" lvl="8" indent="-342900" algn="l">
              <a:lnSpc>
                <a:spcPct val="100000"/>
              </a:lnSpc>
              <a:spcBef>
                <a:spcPts val="370"/>
              </a:spcBef>
              <a:spcAft>
                <a:spcPts val="0"/>
              </a:spcAft>
              <a:buSzPts val="1800"/>
              <a:buChar char="•"/>
              <a:defRPr/>
            </a:lvl9pPr>
          </a:lstStyle>
          <a:p>
            <a:endParaRPr/>
          </a:p>
        </p:txBody>
      </p:sp>
      <p:sp>
        <p:nvSpPr>
          <p:cNvPr id="91" name="Google Shape;91;p14"/>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sz="1400">
                <a:solidFill>
                  <a:schemeClr val="dk2"/>
                </a:solidFill>
                <a:latin typeface="Libre Baskerville"/>
                <a:ea typeface="Libre Baskerville"/>
                <a:cs typeface="Libre Baskerville"/>
                <a:sym typeface="Libre Baskervill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4"/>
          <p:cNvSpPr txBox="1">
            <a:spLocks noGrp="1"/>
          </p:cNvSpPr>
          <p:nvPr>
            <p:ph type="ftr" idx="11"/>
          </p:nvPr>
        </p:nvSpPr>
        <p:spPr>
          <a:xfrm>
            <a:off x="800100" y="6172200"/>
            <a:ext cx="4000500" cy="4572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400">
                <a:solidFill>
                  <a:schemeClr val="dk2"/>
                </a:solidFill>
                <a:latin typeface="Libre Baskerville"/>
                <a:ea typeface="Libre Baskerville"/>
                <a:cs typeface="Libre Baskerville"/>
                <a:sym typeface="Libre Baskervill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4"/>
          <p:cNvSpPr>
            <a:spLocks noGrp="1"/>
          </p:cNvSpPr>
          <p:nvPr>
            <p:ph type="sldNum" idx="12"/>
          </p:nvPr>
        </p:nvSpPr>
        <p:spPr>
          <a:xfrm>
            <a:off x="146050" y="6208712"/>
            <a:ext cx="457200" cy="457200"/>
          </a:xfrm>
          <a:prstGeom prst="ellipse">
            <a:avLst/>
          </a:prstGeom>
          <a:solidFill>
            <a:schemeClr val="accent1"/>
          </a:solidFill>
          <a:ln>
            <a:noFill/>
          </a:ln>
        </p:spPr>
        <p:txBody>
          <a:bodyPr spcFirstLastPara="1" wrap="square" lIns="0" tIns="0" rIns="0" bIns="0" anchor="ctr" anchorCtr="1">
            <a:noAutofit/>
          </a:bodyPr>
          <a:lstStyle>
            <a:lvl1pPr marL="0" marR="0" lvl="0"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1pPr>
            <a:lvl2pPr marL="0" marR="0" lvl="1"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2pPr>
            <a:lvl3pPr marL="0" marR="0" lvl="2"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3pPr>
            <a:lvl4pPr marL="0" marR="0" lvl="3"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4pPr>
            <a:lvl5pPr marL="0" marR="0" lvl="4"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5pPr>
            <a:lvl6pPr marL="0" marR="0" lvl="5"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6pPr>
            <a:lvl7pPr marL="0" marR="0" lvl="6"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7pPr>
            <a:lvl8pPr marL="0" marR="0" lvl="7"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8pPr>
            <a:lvl9pPr marL="0" marR="0" lvl="8"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04"/>
        <p:cNvGrpSpPr/>
        <p:nvPr/>
      </p:nvGrpSpPr>
      <p:grpSpPr>
        <a:xfrm>
          <a:off x="0" y="0"/>
          <a:ext cx="0" cy="0"/>
          <a:chOff x="0" y="0"/>
          <a:chExt cx="0" cy="0"/>
        </a:xfrm>
      </p:grpSpPr>
      <p:sp>
        <p:nvSpPr>
          <p:cNvPr id="105" name="Google Shape;105;p16"/>
          <p:cNvSpPr txBox="1">
            <a:spLocks noGrp="1"/>
          </p:cNvSpPr>
          <p:nvPr>
            <p:ph type="title"/>
          </p:nvPr>
        </p:nvSpPr>
        <p:spPr>
          <a:xfrm>
            <a:off x="914400" y="273050"/>
            <a:ext cx="7772400" cy="1143000"/>
          </a:xfrm>
          <a:prstGeom prst="rect">
            <a:avLst/>
          </a:prstGeom>
          <a:noFill/>
          <a:ln>
            <a:noFill/>
          </a:ln>
        </p:spPr>
        <p:txBody>
          <a:bodyPr spcFirstLastPara="1" wrap="square" lIns="91425" tIns="45700" rIns="91425" bIns="91425" anchor="b" anchorCtr="0">
            <a:noAutofit/>
          </a:bodyPr>
          <a:lstStyle>
            <a:lvl1pPr lvl="0" algn="l">
              <a:lnSpc>
                <a:spcPct val="100000"/>
              </a:lnSpc>
              <a:spcBef>
                <a:spcPts val="0"/>
              </a:spcBef>
              <a:spcAft>
                <a:spcPts val="0"/>
              </a:spcAft>
              <a:buClr>
                <a:schemeClr val="dk2"/>
              </a:buClr>
              <a:buSzPts val="4000"/>
              <a:buFont typeface="Libre Franklin"/>
              <a:buNone/>
              <a:defRPr sz="4000" b="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6" name="Google Shape;106;p16"/>
          <p:cNvSpPr txBox="1">
            <a:spLocks noGrp="1"/>
          </p:cNvSpPr>
          <p:nvPr>
            <p:ph type="body" idx="1"/>
          </p:nvPr>
        </p:nvSpPr>
        <p:spPr>
          <a:xfrm>
            <a:off x="914400" y="1600200"/>
            <a:ext cx="1905000" cy="44958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575"/>
              </a:spcBef>
              <a:spcAft>
                <a:spcPts val="0"/>
              </a:spcAft>
              <a:buSzPts val="1530"/>
              <a:buNone/>
              <a:defRPr sz="1800"/>
            </a:lvl1pPr>
            <a:lvl2pPr marL="914400" lvl="1" indent="-228600" algn="l">
              <a:lnSpc>
                <a:spcPct val="100000"/>
              </a:lnSpc>
              <a:spcBef>
                <a:spcPts val="375"/>
              </a:spcBef>
              <a:spcAft>
                <a:spcPts val="0"/>
              </a:spcAft>
              <a:buSzPts val="1020"/>
              <a:buNone/>
              <a:defRPr sz="1200"/>
            </a:lvl2pPr>
            <a:lvl3pPr marL="1371600" lvl="2" indent="-228600" algn="l">
              <a:lnSpc>
                <a:spcPct val="100000"/>
              </a:lnSpc>
              <a:spcBef>
                <a:spcPts val="375"/>
              </a:spcBef>
              <a:spcAft>
                <a:spcPts val="0"/>
              </a:spcAft>
              <a:buSzPts val="850"/>
              <a:buNone/>
              <a:defRPr sz="1000"/>
            </a:lvl3pPr>
            <a:lvl4pPr marL="1828800" lvl="3" indent="-228600" algn="l">
              <a:lnSpc>
                <a:spcPct val="100000"/>
              </a:lnSpc>
              <a:spcBef>
                <a:spcPts val="375"/>
              </a:spcBef>
              <a:spcAft>
                <a:spcPts val="0"/>
              </a:spcAft>
              <a:buSzPts val="720"/>
              <a:buNone/>
              <a:defRPr sz="900"/>
            </a:lvl4pPr>
            <a:lvl5pPr marL="2286000" lvl="4" indent="-228600" algn="l">
              <a:lnSpc>
                <a:spcPct val="100000"/>
              </a:lnSpc>
              <a:spcBef>
                <a:spcPts val="375"/>
              </a:spcBef>
              <a:spcAft>
                <a:spcPts val="0"/>
              </a:spcAft>
              <a:buSzPts val="900"/>
              <a:buFont typeface="Libre Baskerville"/>
              <a:buNone/>
              <a:defRPr sz="900"/>
            </a:lvl5pPr>
            <a:lvl6pPr marL="2743200" lvl="5" indent="-342900" algn="l">
              <a:lnSpc>
                <a:spcPct val="100000"/>
              </a:lnSpc>
              <a:spcBef>
                <a:spcPts val="370"/>
              </a:spcBef>
              <a:spcAft>
                <a:spcPts val="0"/>
              </a:spcAft>
              <a:buSzPts val="1800"/>
              <a:buChar char="•"/>
              <a:defRPr/>
            </a:lvl6pPr>
            <a:lvl7pPr marL="3200400" lvl="6" indent="-342900" algn="l">
              <a:lnSpc>
                <a:spcPct val="100000"/>
              </a:lnSpc>
              <a:spcBef>
                <a:spcPts val="370"/>
              </a:spcBef>
              <a:spcAft>
                <a:spcPts val="0"/>
              </a:spcAft>
              <a:buSzPts val="1800"/>
              <a:buChar char="•"/>
              <a:defRPr/>
            </a:lvl7pPr>
            <a:lvl8pPr marL="3657600" lvl="7" indent="-342900" algn="l">
              <a:lnSpc>
                <a:spcPct val="100000"/>
              </a:lnSpc>
              <a:spcBef>
                <a:spcPts val="370"/>
              </a:spcBef>
              <a:spcAft>
                <a:spcPts val="0"/>
              </a:spcAft>
              <a:buSzPts val="1800"/>
              <a:buChar char="•"/>
              <a:defRPr/>
            </a:lvl8pPr>
            <a:lvl9pPr marL="4114800" lvl="8" indent="-342900" algn="l">
              <a:lnSpc>
                <a:spcPct val="100000"/>
              </a:lnSpc>
              <a:spcBef>
                <a:spcPts val="370"/>
              </a:spcBef>
              <a:spcAft>
                <a:spcPts val="0"/>
              </a:spcAft>
              <a:buSzPts val="1800"/>
              <a:buChar char="•"/>
              <a:defRPr/>
            </a:lvl9pPr>
          </a:lstStyle>
          <a:p>
            <a:endParaRPr/>
          </a:p>
        </p:txBody>
      </p:sp>
      <p:sp>
        <p:nvSpPr>
          <p:cNvPr id="107" name="Google Shape;107;p16"/>
          <p:cNvSpPr txBox="1">
            <a:spLocks noGrp="1"/>
          </p:cNvSpPr>
          <p:nvPr>
            <p:ph type="body" idx="2"/>
          </p:nvPr>
        </p:nvSpPr>
        <p:spPr>
          <a:xfrm>
            <a:off x="2971800" y="1600200"/>
            <a:ext cx="5715000" cy="4495800"/>
          </a:xfrm>
          <a:prstGeom prst="rect">
            <a:avLst/>
          </a:prstGeom>
          <a:noFill/>
          <a:ln>
            <a:noFill/>
          </a:ln>
        </p:spPr>
        <p:txBody>
          <a:bodyPr spcFirstLastPara="1" wrap="square" lIns="91425" tIns="45700" rIns="91425" bIns="45700" anchor="t" anchorCtr="0">
            <a:noAutofit/>
          </a:bodyPr>
          <a:lstStyle>
            <a:lvl1pPr marL="457200" lvl="0" indent="-325755" algn="l">
              <a:lnSpc>
                <a:spcPct val="100000"/>
              </a:lnSpc>
              <a:spcBef>
                <a:spcPts val="575"/>
              </a:spcBef>
              <a:spcAft>
                <a:spcPts val="0"/>
              </a:spcAft>
              <a:buSzPts val="1530"/>
              <a:buChar char="⚫"/>
              <a:defRPr/>
            </a:lvl1pPr>
            <a:lvl2pPr marL="914400" lvl="1" indent="-325755" algn="l">
              <a:lnSpc>
                <a:spcPct val="100000"/>
              </a:lnSpc>
              <a:spcBef>
                <a:spcPts val="375"/>
              </a:spcBef>
              <a:spcAft>
                <a:spcPts val="0"/>
              </a:spcAft>
              <a:buSzPts val="1530"/>
              <a:buChar char="⚫"/>
              <a:defRPr/>
            </a:lvl2pPr>
            <a:lvl3pPr marL="1371600" lvl="2" indent="-325755" algn="l">
              <a:lnSpc>
                <a:spcPct val="100000"/>
              </a:lnSpc>
              <a:spcBef>
                <a:spcPts val="375"/>
              </a:spcBef>
              <a:spcAft>
                <a:spcPts val="0"/>
              </a:spcAft>
              <a:buSzPts val="1530"/>
              <a:buChar char="⚫"/>
              <a:defRPr/>
            </a:lvl3pPr>
            <a:lvl4pPr marL="1828800" lvl="3" indent="-320040" algn="l">
              <a:lnSpc>
                <a:spcPct val="100000"/>
              </a:lnSpc>
              <a:spcBef>
                <a:spcPts val="375"/>
              </a:spcBef>
              <a:spcAft>
                <a:spcPts val="0"/>
              </a:spcAft>
              <a:buSzPts val="1440"/>
              <a:buChar char="⚫"/>
              <a:defRPr/>
            </a:lvl4pPr>
            <a:lvl5pPr marL="2286000" lvl="4" indent="-342900" algn="l">
              <a:lnSpc>
                <a:spcPct val="100000"/>
              </a:lnSpc>
              <a:spcBef>
                <a:spcPts val="375"/>
              </a:spcBef>
              <a:spcAft>
                <a:spcPts val="0"/>
              </a:spcAft>
              <a:buSzPts val="1800"/>
              <a:buChar char="o"/>
              <a:defRPr/>
            </a:lvl5pPr>
            <a:lvl6pPr marL="2743200" lvl="5" indent="-342900" algn="l">
              <a:lnSpc>
                <a:spcPct val="100000"/>
              </a:lnSpc>
              <a:spcBef>
                <a:spcPts val="370"/>
              </a:spcBef>
              <a:spcAft>
                <a:spcPts val="0"/>
              </a:spcAft>
              <a:buSzPts val="1800"/>
              <a:buChar char="•"/>
              <a:defRPr/>
            </a:lvl6pPr>
            <a:lvl7pPr marL="3200400" lvl="6" indent="-342900" algn="l">
              <a:lnSpc>
                <a:spcPct val="100000"/>
              </a:lnSpc>
              <a:spcBef>
                <a:spcPts val="370"/>
              </a:spcBef>
              <a:spcAft>
                <a:spcPts val="0"/>
              </a:spcAft>
              <a:buSzPts val="1800"/>
              <a:buChar char="•"/>
              <a:defRPr/>
            </a:lvl7pPr>
            <a:lvl8pPr marL="3657600" lvl="7" indent="-342900" algn="l">
              <a:lnSpc>
                <a:spcPct val="100000"/>
              </a:lnSpc>
              <a:spcBef>
                <a:spcPts val="370"/>
              </a:spcBef>
              <a:spcAft>
                <a:spcPts val="0"/>
              </a:spcAft>
              <a:buSzPts val="1800"/>
              <a:buChar char="•"/>
              <a:defRPr/>
            </a:lvl8pPr>
            <a:lvl9pPr marL="4114800" lvl="8" indent="-342900" algn="l">
              <a:lnSpc>
                <a:spcPct val="100000"/>
              </a:lnSpc>
              <a:spcBef>
                <a:spcPts val="370"/>
              </a:spcBef>
              <a:spcAft>
                <a:spcPts val="0"/>
              </a:spcAft>
              <a:buSzPts val="1800"/>
              <a:buChar char="•"/>
              <a:defRPr/>
            </a:lvl9pPr>
          </a:lstStyle>
          <a:p>
            <a:endParaRPr/>
          </a:p>
        </p:txBody>
      </p:sp>
      <p:sp>
        <p:nvSpPr>
          <p:cNvPr id="108" name="Google Shape;108;p16"/>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sz="1400">
                <a:solidFill>
                  <a:schemeClr val="dk2"/>
                </a:solidFill>
                <a:latin typeface="Libre Baskerville"/>
                <a:ea typeface="Libre Baskerville"/>
                <a:cs typeface="Libre Baskerville"/>
                <a:sym typeface="Libre Baskervill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9" name="Google Shape;109;p16"/>
          <p:cNvSpPr txBox="1">
            <a:spLocks noGrp="1"/>
          </p:cNvSpPr>
          <p:nvPr>
            <p:ph type="ftr" idx="11"/>
          </p:nvPr>
        </p:nvSpPr>
        <p:spPr>
          <a:xfrm>
            <a:off x="914400" y="6172200"/>
            <a:ext cx="3962400" cy="4572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400">
                <a:solidFill>
                  <a:schemeClr val="dk2"/>
                </a:solidFill>
                <a:latin typeface="Libre Baskerville"/>
                <a:ea typeface="Libre Baskerville"/>
                <a:cs typeface="Libre Baskerville"/>
                <a:sym typeface="Libre Baskervill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0" name="Google Shape;110;p16"/>
          <p:cNvSpPr>
            <a:spLocks noGrp="1"/>
          </p:cNvSpPr>
          <p:nvPr>
            <p:ph type="sldNum" idx="12"/>
          </p:nvPr>
        </p:nvSpPr>
        <p:spPr>
          <a:xfrm>
            <a:off x="146050" y="6210300"/>
            <a:ext cx="457200" cy="457200"/>
          </a:xfrm>
          <a:prstGeom prst="ellipse">
            <a:avLst/>
          </a:prstGeom>
          <a:solidFill>
            <a:schemeClr val="accent1"/>
          </a:solidFill>
          <a:ln>
            <a:noFill/>
          </a:ln>
        </p:spPr>
        <p:txBody>
          <a:bodyPr spcFirstLastPara="1" wrap="square" lIns="0" tIns="0" rIns="0" bIns="0" anchor="ctr" anchorCtr="1">
            <a:noAutofit/>
          </a:bodyPr>
          <a:lstStyle>
            <a:lvl1pPr marL="0" marR="0" lvl="0"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1pPr>
            <a:lvl2pPr marL="0" marR="0" lvl="1"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2pPr>
            <a:lvl3pPr marL="0" marR="0" lvl="2"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3pPr>
            <a:lvl4pPr marL="0" marR="0" lvl="3"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4pPr>
            <a:lvl5pPr marL="0" marR="0" lvl="4"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5pPr>
            <a:lvl6pPr marL="0" marR="0" lvl="5"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6pPr>
            <a:lvl7pPr marL="0" marR="0" lvl="6"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7pPr>
            <a:lvl8pPr marL="0" marR="0" lvl="7"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8pPr>
            <a:lvl9pPr marL="0" marR="0" lvl="8"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22"/>
        <p:cNvGrpSpPr/>
        <p:nvPr/>
      </p:nvGrpSpPr>
      <p:grpSpPr>
        <a:xfrm>
          <a:off x="0" y="0"/>
          <a:ext cx="0" cy="0"/>
          <a:chOff x="0" y="0"/>
          <a:chExt cx="0" cy="0"/>
        </a:xfrm>
      </p:grpSpPr>
      <p:sp>
        <p:nvSpPr>
          <p:cNvPr id="123" name="Google Shape;123;p18"/>
          <p:cNvSpPr txBox="1">
            <a:spLocks noGrp="1"/>
          </p:cNvSpPr>
          <p:nvPr>
            <p:ph type="title"/>
          </p:nvPr>
        </p:nvSpPr>
        <p:spPr>
          <a:xfrm>
            <a:off x="914400" y="4900550"/>
            <a:ext cx="7315200" cy="522288"/>
          </a:xfrm>
          <a:prstGeom prst="rect">
            <a:avLst/>
          </a:prstGeom>
          <a:noFill/>
          <a:ln>
            <a:noFill/>
          </a:ln>
        </p:spPr>
        <p:txBody>
          <a:bodyPr spcFirstLastPara="1" wrap="square" lIns="91425" tIns="45700" rIns="91425" bIns="91425" anchor="ctr" anchorCtr="0">
            <a:noAutofit/>
          </a:bodyPr>
          <a:lstStyle>
            <a:lvl1pPr lvl="0" algn="l">
              <a:lnSpc>
                <a:spcPct val="100000"/>
              </a:lnSpc>
              <a:spcBef>
                <a:spcPts val="0"/>
              </a:spcBef>
              <a:spcAft>
                <a:spcPts val="0"/>
              </a:spcAft>
              <a:buClr>
                <a:schemeClr val="dk2"/>
              </a:buClr>
              <a:buSzPts val="2800"/>
              <a:buFont typeface="Libre Franklin"/>
              <a:buNone/>
              <a:defRPr sz="2800" b="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4" name="Google Shape;124;p18"/>
          <p:cNvSpPr txBox="1">
            <a:spLocks noGrp="1"/>
          </p:cNvSpPr>
          <p:nvPr>
            <p:ph type="body" idx="1"/>
          </p:nvPr>
        </p:nvSpPr>
        <p:spPr>
          <a:xfrm>
            <a:off x="914400" y="5445825"/>
            <a:ext cx="7315200" cy="6858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575"/>
              </a:spcBef>
              <a:spcAft>
                <a:spcPts val="0"/>
              </a:spcAft>
              <a:buSzPts val="1360"/>
              <a:buFont typeface="Libre Baskerville"/>
              <a:buNone/>
              <a:defRPr sz="1600"/>
            </a:lvl1pPr>
            <a:lvl2pPr marL="914400" lvl="1" indent="-293370" algn="l">
              <a:lnSpc>
                <a:spcPct val="100000"/>
              </a:lnSpc>
              <a:spcBef>
                <a:spcPts val="375"/>
              </a:spcBef>
              <a:spcAft>
                <a:spcPts val="0"/>
              </a:spcAft>
              <a:buSzPts val="1020"/>
              <a:buChar char="⚫"/>
              <a:defRPr sz="1200"/>
            </a:lvl2pPr>
            <a:lvl3pPr marL="1371600" lvl="2" indent="-282575" algn="l">
              <a:lnSpc>
                <a:spcPct val="100000"/>
              </a:lnSpc>
              <a:spcBef>
                <a:spcPts val="375"/>
              </a:spcBef>
              <a:spcAft>
                <a:spcPts val="0"/>
              </a:spcAft>
              <a:buSzPts val="850"/>
              <a:buChar char="⚫"/>
              <a:defRPr sz="1000"/>
            </a:lvl3pPr>
            <a:lvl4pPr marL="1828800" lvl="3" indent="-274320" algn="l">
              <a:lnSpc>
                <a:spcPct val="100000"/>
              </a:lnSpc>
              <a:spcBef>
                <a:spcPts val="375"/>
              </a:spcBef>
              <a:spcAft>
                <a:spcPts val="0"/>
              </a:spcAft>
              <a:buSzPts val="720"/>
              <a:buChar char="⚫"/>
              <a:defRPr sz="900"/>
            </a:lvl4pPr>
            <a:lvl5pPr marL="2286000" lvl="4" indent="-285750" algn="l">
              <a:lnSpc>
                <a:spcPct val="100000"/>
              </a:lnSpc>
              <a:spcBef>
                <a:spcPts val="375"/>
              </a:spcBef>
              <a:spcAft>
                <a:spcPts val="0"/>
              </a:spcAft>
              <a:buSzPts val="900"/>
              <a:buFont typeface="Libre Baskerville"/>
              <a:buChar char="o"/>
              <a:defRPr sz="900"/>
            </a:lvl5pPr>
            <a:lvl6pPr marL="2743200" lvl="5" indent="-342900" algn="l">
              <a:lnSpc>
                <a:spcPct val="100000"/>
              </a:lnSpc>
              <a:spcBef>
                <a:spcPts val="370"/>
              </a:spcBef>
              <a:spcAft>
                <a:spcPts val="0"/>
              </a:spcAft>
              <a:buSzPts val="1800"/>
              <a:buChar char="•"/>
              <a:defRPr/>
            </a:lvl6pPr>
            <a:lvl7pPr marL="3200400" lvl="6" indent="-342900" algn="l">
              <a:lnSpc>
                <a:spcPct val="100000"/>
              </a:lnSpc>
              <a:spcBef>
                <a:spcPts val="370"/>
              </a:spcBef>
              <a:spcAft>
                <a:spcPts val="0"/>
              </a:spcAft>
              <a:buSzPts val="1800"/>
              <a:buChar char="•"/>
              <a:defRPr/>
            </a:lvl7pPr>
            <a:lvl8pPr marL="3657600" lvl="7" indent="-342900" algn="l">
              <a:lnSpc>
                <a:spcPct val="100000"/>
              </a:lnSpc>
              <a:spcBef>
                <a:spcPts val="370"/>
              </a:spcBef>
              <a:spcAft>
                <a:spcPts val="0"/>
              </a:spcAft>
              <a:buSzPts val="1800"/>
              <a:buChar char="•"/>
              <a:defRPr/>
            </a:lvl8pPr>
            <a:lvl9pPr marL="4114800" lvl="8" indent="-342900" algn="l">
              <a:lnSpc>
                <a:spcPct val="100000"/>
              </a:lnSpc>
              <a:spcBef>
                <a:spcPts val="370"/>
              </a:spcBef>
              <a:spcAft>
                <a:spcPts val="0"/>
              </a:spcAft>
              <a:buSzPts val="1800"/>
              <a:buChar char="•"/>
              <a:defRPr/>
            </a:lvl9pPr>
          </a:lstStyle>
          <a:p>
            <a:endParaRPr/>
          </a:p>
        </p:txBody>
      </p:sp>
      <p:sp>
        <p:nvSpPr>
          <p:cNvPr id="125" name="Google Shape;125;p18"/>
          <p:cNvSpPr>
            <a:spLocks noGrp="1"/>
          </p:cNvSpPr>
          <p:nvPr>
            <p:ph type="pic" idx="2"/>
          </p:nvPr>
        </p:nvSpPr>
        <p:spPr>
          <a:xfrm>
            <a:off x="68308" y="66675"/>
            <a:ext cx="9001873" cy="4581525"/>
          </a:xfrm>
          <a:prstGeom prst="round2SameRect">
            <a:avLst>
              <a:gd name="adj1" fmla="val 7101"/>
              <a:gd name="adj2" fmla="val 0"/>
            </a:avLst>
          </a:prstGeom>
          <a:solidFill>
            <a:schemeClr val="lt2"/>
          </a:solidFill>
          <a:ln w="9525" cap="flat" cmpd="sng">
            <a:solidFill>
              <a:schemeClr val="dk1"/>
            </a:solidFill>
            <a:prstDash val="solid"/>
            <a:round/>
            <a:headEnd type="none" w="sm" len="sm"/>
            <a:tailEnd type="none" w="sm" len="sm"/>
          </a:ln>
        </p:spPr>
      </p:sp>
      <p:sp>
        <p:nvSpPr>
          <p:cNvPr id="126" name="Google Shape;126;p18"/>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sz="1400">
                <a:solidFill>
                  <a:schemeClr val="dk2"/>
                </a:solidFill>
                <a:latin typeface="Libre Baskerville"/>
                <a:ea typeface="Libre Baskerville"/>
                <a:cs typeface="Libre Baskerville"/>
                <a:sym typeface="Libre Baskervill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7" name="Google Shape;127;p18"/>
          <p:cNvSpPr txBox="1">
            <a:spLocks noGrp="1"/>
          </p:cNvSpPr>
          <p:nvPr>
            <p:ph type="ftr" idx="11"/>
          </p:nvPr>
        </p:nvSpPr>
        <p:spPr>
          <a:xfrm>
            <a:off x="914400" y="6172200"/>
            <a:ext cx="3886200" cy="4572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400">
                <a:solidFill>
                  <a:schemeClr val="dk2"/>
                </a:solidFill>
                <a:latin typeface="Libre Baskerville"/>
                <a:ea typeface="Libre Baskerville"/>
                <a:cs typeface="Libre Baskerville"/>
                <a:sym typeface="Libre Baskervill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8" name="Google Shape;128;p18"/>
          <p:cNvSpPr>
            <a:spLocks noGrp="1"/>
          </p:cNvSpPr>
          <p:nvPr>
            <p:ph type="sldNum" idx="12"/>
          </p:nvPr>
        </p:nvSpPr>
        <p:spPr>
          <a:xfrm>
            <a:off x="146050" y="6208712"/>
            <a:ext cx="457200" cy="457200"/>
          </a:xfrm>
          <a:prstGeom prst="ellipse">
            <a:avLst/>
          </a:prstGeom>
          <a:solidFill>
            <a:schemeClr val="accent1"/>
          </a:solidFill>
          <a:ln>
            <a:noFill/>
          </a:ln>
        </p:spPr>
        <p:txBody>
          <a:bodyPr spcFirstLastPara="1" wrap="square" lIns="0" tIns="0" rIns="0" bIns="0" anchor="ctr" anchorCtr="1">
            <a:noAutofit/>
          </a:bodyPr>
          <a:lstStyle>
            <a:lvl1pPr marL="0" marR="0" lvl="0"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1pPr>
            <a:lvl2pPr marL="0" marR="0" lvl="1"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2pPr>
            <a:lvl3pPr marL="0" marR="0" lvl="2"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3pPr>
            <a:lvl4pPr marL="0" marR="0" lvl="3"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4pPr>
            <a:lvl5pPr marL="0" marR="0" lvl="4"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5pPr>
            <a:lvl6pPr marL="0" marR="0" lvl="5"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6pPr>
            <a:lvl7pPr marL="0" marR="0" lvl="6"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7pPr>
            <a:lvl8pPr marL="0" marR="0" lvl="7"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8pPr>
            <a:lvl9pPr marL="0" marR="0" lvl="8" indent="0" algn="ctr">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g" /><Relationship Id="rId2" Type="http://schemas.openxmlformats.org/officeDocument/2006/relationships/theme" Target="../theme/theme1.xml" /><Relationship Id="rId1" Type="http://schemas.openxmlformats.org/officeDocument/2006/relationships/slideLayout" Target="../slideLayouts/slideLayout1.xml" /></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 /><Relationship Id="rId3" Type="http://schemas.openxmlformats.org/officeDocument/2006/relationships/slideLayout" Target="../slideLayouts/slideLayout4.xml" /><Relationship Id="rId7" Type="http://schemas.openxmlformats.org/officeDocument/2006/relationships/slideLayout" Target="../slideLayouts/slideLayout8.xml" /><Relationship Id="rId2" Type="http://schemas.openxmlformats.org/officeDocument/2006/relationships/slideLayout" Target="../slideLayouts/slideLayout3.xml" /><Relationship Id="rId1" Type="http://schemas.openxmlformats.org/officeDocument/2006/relationships/slideLayout" Target="../slideLayouts/slideLayout2.xml" /><Relationship Id="rId6" Type="http://schemas.openxmlformats.org/officeDocument/2006/relationships/slideLayout" Target="../slideLayouts/slideLayout7.xml" /><Relationship Id="rId5" Type="http://schemas.openxmlformats.org/officeDocument/2006/relationships/slideLayout" Target="../slideLayouts/slideLayout6.xml" /><Relationship Id="rId4" Type="http://schemas.openxmlformats.org/officeDocument/2006/relationships/slideLayout" Target="../slideLayouts/slideLayout5.xml" /></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jpg" /><Relationship Id="rId2" Type="http://schemas.openxmlformats.org/officeDocument/2006/relationships/theme" Target="../theme/theme3.xml" /><Relationship Id="rId1" Type="http://schemas.openxmlformats.org/officeDocument/2006/relationships/slideLayout" Target="../slideLayouts/slideLayout9.xml" /></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 /><Relationship Id="rId1" Type="http://schemas.openxmlformats.org/officeDocument/2006/relationships/slideLayout" Target="../slideLayouts/slideLayout10.xml" /></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 /><Relationship Id="rId1" Type="http://schemas.openxmlformats.org/officeDocument/2006/relationships/slideLayout" Target="../slideLayouts/slideLayout1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9"/>
        <p:cNvGrpSpPr/>
        <p:nvPr/>
      </p:nvGrpSpPr>
      <p:grpSpPr>
        <a:xfrm>
          <a:off x="0" y="0"/>
          <a:ext cx="0" cy="0"/>
          <a:chOff x="0" y="0"/>
          <a:chExt cx="0" cy="0"/>
        </a:xfrm>
      </p:grpSpPr>
      <p:sp>
        <p:nvSpPr>
          <p:cNvPr id="10" name="Google Shape;10;p3"/>
          <p:cNvSpPr txBox="1"/>
          <p:nvPr/>
        </p:nvSpPr>
        <p:spPr>
          <a:xfrm>
            <a:off x="0" y="0"/>
            <a:ext cx="9144000"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1" name="Google Shape;11;p3"/>
          <p:cNvSpPr/>
          <p:nvPr/>
        </p:nvSpPr>
        <p:spPr>
          <a:xfrm>
            <a:off x="65087" y="69850"/>
            <a:ext cx="9013825" cy="6691312"/>
          </a:xfrm>
          <a:prstGeom prst="roundRect">
            <a:avLst>
              <a:gd name="adj" fmla="val 1065"/>
            </a:avLst>
          </a:prstGeom>
          <a:blipFill rotWithShape="1">
            <a:blip r:embed="rId3">
              <a:alphaModFix/>
            </a:blip>
            <a:stretch>
              <a:fillRect/>
            </a:stretch>
          </a:blipFill>
          <a:ln w="9525" cap="sq" cmpd="sng">
            <a:solidFill>
              <a:schemeClr val="dk1"/>
            </a:solidFill>
            <a:prstDash val="solid"/>
            <a:miter lim="8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2" name="Google Shape;12;p3"/>
          <p:cNvSpPr txBox="1"/>
          <p:nvPr/>
        </p:nvSpPr>
        <p:spPr>
          <a:xfrm>
            <a:off x="63500" y="1449387"/>
            <a:ext cx="9020175" cy="1527175"/>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3" name="Google Shape;13;p3"/>
          <p:cNvSpPr txBox="1"/>
          <p:nvPr/>
        </p:nvSpPr>
        <p:spPr>
          <a:xfrm>
            <a:off x="63500" y="1397000"/>
            <a:ext cx="9020175" cy="120650"/>
          </a:xfrm>
          <a:prstGeom prst="rect">
            <a:avLst/>
          </a:prstGeom>
          <a:solidFill>
            <a:srgbClr val="E6B1AB"/>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4" name="Google Shape;14;p3"/>
          <p:cNvSpPr txBox="1"/>
          <p:nvPr/>
        </p:nvSpPr>
        <p:spPr>
          <a:xfrm>
            <a:off x="63500" y="2976562"/>
            <a:ext cx="9020175" cy="111125"/>
          </a:xfrm>
          <a:prstGeom prst="rect">
            <a:avLst/>
          </a:prstGeom>
          <a:solidFill>
            <a:srgbClr val="91848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5" name="Google Shape;15;p3"/>
          <p:cNvSpPr txBox="1">
            <a:spLocks noGrp="1"/>
          </p:cNvSpPr>
          <p:nvPr>
            <p:ph type="title"/>
          </p:nvPr>
        </p:nvSpPr>
        <p:spPr>
          <a:xfrm>
            <a:off x="914400" y="274637"/>
            <a:ext cx="7772400" cy="1143000"/>
          </a:xfrm>
          <a:prstGeom prst="rect">
            <a:avLst/>
          </a:prstGeom>
          <a:noFill/>
          <a:ln>
            <a:noFill/>
          </a:ln>
        </p:spPr>
        <p:txBody>
          <a:bodyPr spcFirstLastPara="1" wrap="square" lIns="91425" tIns="45700" rIns="91425" bIns="91425" anchor="b" anchorCtr="0">
            <a:noAutofit/>
          </a:bodyPr>
          <a:lstStyle>
            <a:lvl1pPr marR="0" lvl="0"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1pPr>
            <a:lvl2pPr marR="0" lvl="1"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2pPr>
            <a:lvl3pPr marR="0" lvl="2"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3pPr>
            <a:lvl4pPr marR="0" lvl="3"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4pPr>
            <a:lvl5pPr marR="0" lvl="4"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5pPr>
            <a:lvl6pPr marR="0" lvl="5"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6pPr>
            <a:lvl7pPr marR="0" lvl="6"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7pPr>
            <a:lvl8pPr marR="0" lvl="7"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8pPr>
            <a:lvl9pPr marR="0" lvl="8"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9pPr>
          </a:lstStyle>
          <a:p>
            <a:endParaRPr/>
          </a:p>
        </p:txBody>
      </p:sp>
      <p:sp>
        <p:nvSpPr>
          <p:cNvPr id="16" name="Google Shape;16;p3"/>
          <p:cNvSpPr txBox="1">
            <a:spLocks noGrp="1"/>
          </p:cNvSpPr>
          <p:nvPr>
            <p:ph type="body" idx="1"/>
          </p:nvPr>
        </p:nvSpPr>
        <p:spPr>
          <a:xfrm>
            <a:off x="914400" y="1447800"/>
            <a:ext cx="7772400" cy="4572000"/>
          </a:xfrm>
          <a:prstGeom prst="rect">
            <a:avLst/>
          </a:prstGeom>
          <a:noFill/>
          <a:ln>
            <a:noFill/>
          </a:ln>
        </p:spPr>
        <p:txBody>
          <a:bodyPr spcFirstLastPara="1" wrap="square" lIns="91425" tIns="45700" rIns="91425" bIns="45700" anchor="t" anchorCtr="0">
            <a:noAutofit/>
          </a:bodyPr>
          <a:lstStyle>
            <a:lvl1pPr marL="457200" marR="0" lvl="0" indent="-368935" algn="l" rtl="0">
              <a:lnSpc>
                <a:spcPct val="100000"/>
              </a:lnSpc>
              <a:spcBef>
                <a:spcPts val="575"/>
              </a:spcBef>
              <a:spcAft>
                <a:spcPts val="0"/>
              </a:spcAft>
              <a:buClr>
                <a:schemeClr val="accent1"/>
              </a:buClr>
              <a:buSzPts val="2210"/>
              <a:buFont typeface="Noto Sans Symbols"/>
              <a:buChar char="⚫"/>
              <a:defRPr sz="2600" b="0" i="0" u="none" strike="noStrike" cap="none">
                <a:solidFill>
                  <a:schemeClr val="dk1"/>
                </a:solidFill>
                <a:latin typeface="Libre Baskerville"/>
                <a:ea typeface="Libre Baskerville"/>
                <a:cs typeface="Libre Baskerville"/>
                <a:sym typeface="Libre Baskerville"/>
              </a:defRPr>
            </a:lvl1pPr>
            <a:lvl2pPr marL="914400" marR="0" lvl="1" indent="-358140" algn="l" rtl="0">
              <a:lnSpc>
                <a:spcPct val="100000"/>
              </a:lnSpc>
              <a:spcBef>
                <a:spcPts val="375"/>
              </a:spcBef>
              <a:spcAft>
                <a:spcPts val="0"/>
              </a:spcAft>
              <a:buClr>
                <a:schemeClr val="accent2"/>
              </a:buClr>
              <a:buSzPts val="2040"/>
              <a:buFont typeface="Noto Sans Symbols"/>
              <a:buChar char="⚫"/>
              <a:defRPr sz="2400" b="0" i="0" u="none" strike="noStrike" cap="none">
                <a:solidFill>
                  <a:schemeClr val="dk1"/>
                </a:solidFill>
                <a:latin typeface="Libre Baskerville"/>
                <a:ea typeface="Libre Baskerville"/>
                <a:cs typeface="Libre Baskerville"/>
                <a:sym typeface="Libre Baskerville"/>
              </a:defRPr>
            </a:lvl2pPr>
            <a:lvl3pPr marL="1371600" marR="0" lvl="2" indent="-336550" algn="l" rtl="0">
              <a:lnSpc>
                <a:spcPct val="100000"/>
              </a:lnSpc>
              <a:spcBef>
                <a:spcPts val="375"/>
              </a:spcBef>
              <a:spcAft>
                <a:spcPts val="0"/>
              </a:spcAft>
              <a:buClr>
                <a:srgbClr val="E6B1AB"/>
              </a:buClr>
              <a:buSzPts val="1700"/>
              <a:buFont typeface="Noto Sans Symbols"/>
              <a:buChar char="⚫"/>
              <a:defRPr sz="2000" b="0" i="0" u="none" strike="noStrike" cap="none">
                <a:solidFill>
                  <a:schemeClr val="dk1"/>
                </a:solidFill>
                <a:latin typeface="Libre Baskerville"/>
                <a:ea typeface="Libre Baskerville"/>
                <a:cs typeface="Libre Baskerville"/>
                <a:sym typeface="Libre Baskerville"/>
              </a:defRPr>
            </a:lvl3pPr>
            <a:lvl4pPr marL="1828800" marR="0" lvl="3" indent="-330200" algn="l" rtl="0">
              <a:lnSpc>
                <a:spcPct val="100000"/>
              </a:lnSpc>
              <a:spcBef>
                <a:spcPts val="375"/>
              </a:spcBef>
              <a:spcAft>
                <a:spcPts val="0"/>
              </a:spcAft>
              <a:buClr>
                <a:srgbClr val="A28E6A"/>
              </a:buClr>
              <a:buSzPts val="1600"/>
              <a:buFont typeface="Noto Sans Symbols"/>
              <a:buChar char="⚫"/>
              <a:defRPr sz="2000" b="0" i="0" u="none" strike="noStrike" cap="none">
                <a:solidFill>
                  <a:schemeClr val="dk1"/>
                </a:solidFill>
                <a:latin typeface="Libre Baskerville"/>
                <a:ea typeface="Libre Baskerville"/>
                <a:cs typeface="Libre Baskerville"/>
                <a:sym typeface="Libre Baskerville"/>
              </a:defRPr>
            </a:lvl4pPr>
            <a:lvl5pPr marL="2286000" marR="0" lvl="4" indent="-355600" algn="l" rtl="0">
              <a:lnSpc>
                <a:spcPct val="100000"/>
              </a:lnSpc>
              <a:spcBef>
                <a:spcPts val="375"/>
              </a:spcBef>
              <a:spcAft>
                <a:spcPts val="0"/>
              </a:spcAft>
              <a:buClr>
                <a:srgbClr val="A28E6A"/>
              </a:buClr>
              <a:buSzPts val="2000"/>
              <a:buFont typeface="Libre Baskerville"/>
              <a:buChar char="o"/>
              <a:defRPr sz="2000" b="0" i="0" u="none" strike="noStrike" cap="none">
                <a:solidFill>
                  <a:schemeClr val="dk1"/>
                </a:solidFill>
                <a:latin typeface="Libre Baskerville"/>
                <a:ea typeface="Libre Baskerville"/>
                <a:cs typeface="Libre Baskerville"/>
                <a:sym typeface="Libre Baskerville"/>
              </a:defRPr>
            </a:lvl5pPr>
            <a:lvl6pPr marL="2743200" marR="0" lvl="5" indent="-342900" algn="l" rtl="0">
              <a:lnSpc>
                <a:spcPct val="100000"/>
              </a:lnSpc>
              <a:spcBef>
                <a:spcPts val="370"/>
              </a:spcBef>
              <a:spcAft>
                <a:spcPts val="0"/>
              </a:spcAft>
              <a:buClr>
                <a:schemeClr val="accent3"/>
              </a:buClr>
              <a:buSzPts val="1800"/>
              <a:buFont typeface="Libre Baskerville"/>
              <a:buChar char="•"/>
              <a:defRPr sz="1800" b="0" i="0" u="none" strike="noStrike" cap="none">
                <a:solidFill>
                  <a:schemeClr val="dk1"/>
                </a:solidFill>
                <a:latin typeface="Libre Baskerville"/>
                <a:ea typeface="Libre Baskerville"/>
                <a:cs typeface="Libre Baskerville"/>
                <a:sym typeface="Libre Baskerville"/>
              </a:defRPr>
            </a:lvl6pPr>
            <a:lvl7pPr marL="3200400" marR="0" lvl="6" indent="-342900" algn="l" rtl="0">
              <a:lnSpc>
                <a:spcPct val="100000"/>
              </a:lnSpc>
              <a:spcBef>
                <a:spcPts val="370"/>
              </a:spcBef>
              <a:spcAft>
                <a:spcPts val="0"/>
              </a:spcAft>
              <a:buClr>
                <a:schemeClr val="accent2"/>
              </a:buClr>
              <a:buSzPts val="1800"/>
              <a:buFont typeface="Libre Baskerville"/>
              <a:buChar char="•"/>
              <a:defRPr sz="1800" b="0" i="0" u="none" strike="noStrike" cap="none">
                <a:solidFill>
                  <a:schemeClr val="dk1"/>
                </a:solidFill>
                <a:latin typeface="Libre Baskerville"/>
                <a:ea typeface="Libre Baskerville"/>
                <a:cs typeface="Libre Baskerville"/>
                <a:sym typeface="Libre Baskerville"/>
              </a:defRPr>
            </a:lvl7pPr>
            <a:lvl8pPr marL="3657600" marR="0" lvl="7" indent="-342900" algn="l" rtl="0">
              <a:lnSpc>
                <a:spcPct val="100000"/>
              </a:lnSpc>
              <a:spcBef>
                <a:spcPts val="370"/>
              </a:spcBef>
              <a:spcAft>
                <a:spcPts val="0"/>
              </a:spcAft>
              <a:buClr>
                <a:srgbClr val="E6AFA9"/>
              </a:buClr>
              <a:buSzPts val="1800"/>
              <a:buFont typeface="Libre Baskerville"/>
              <a:buChar char="•"/>
              <a:defRPr sz="1800" b="0" i="0" u="none" strike="noStrike" cap="none">
                <a:solidFill>
                  <a:schemeClr val="dk1"/>
                </a:solidFill>
                <a:latin typeface="Libre Baskerville"/>
                <a:ea typeface="Libre Baskerville"/>
                <a:cs typeface="Libre Baskerville"/>
                <a:sym typeface="Libre Baskerville"/>
              </a:defRPr>
            </a:lvl8pPr>
            <a:lvl9pPr marL="4114800" marR="0" lvl="8" indent="-342900" algn="l" rtl="0">
              <a:lnSpc>
                <a:spcPct val="100000"/>
              </a:lnSpc>
              <a:spcBef>
                <a:spcPts val="370"/>
              </a:spcBef>
              <a:spcAft>
                <a:spcPts val="0"/>
              </a:spcAft>
              <a:buClr>
                <a:srgbClr val="CAABA9"/>
              </a:buClr>
              <a:buSzPts val="1800"/>
              <a:buFont typeface="Libre Baskerville"/>
              <a:buChar char="•"/>
              <a:defRPr sz="1800" b="0" i="0" u="none" strike="noStrike" cap="none">
                <a:solidFill>
                  <a:schemeClr val="dk1"/>
                </a:solidFill>
                <a:latin typeface="Libre Baskerville"/>
                <a:ea typeface="Libre Baskerville"/>
                <a:cs typeface="Libre Baskerville"/>
                <a:sym typeface="Libre Baskerville"/>
              </a:defRPr>
            </a:lvl9pPr>
          </a:lstStyle>
          <a:p>
            <a:endParaRPr/>
          </a:p>
        </p:txBody>
      </p:sp>
      <p:sp>
        <p:nvSpPr>
          <p:cNvPr id="17" name="Google Shape;17;p3"/>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Libre Baskerville"/>
                <a:ea typeface="Libre Baskerville"/>
                <a:cs typeface="Libre Baskerville"/>
                <a:sym typeface="Libre Baskerville"/>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8" name="Google Shape;18;p3"/>
          <p:cNvSpPr txBox="1">
            <a:spLocks noGrp="1"/>
          </p:cNvSpPr>
          <p:nvPr>
            <p:ph type="ftr" idx="11"/>
          </p:nvPr>
        </p:nvSpPr>
        <p:spPr>
          <a:xfrm>
            <a:off x="914400" y="6172200"/>
            <a:ext cx="3962400" cy="4572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Libre Baskerville"/>
                <a:ea typeface="Libre Baskerville"/>
                <a:cs typeface="Libre Baskerville"/>
                <a:sym typeface="Libre Baskerville"/>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9" name="Google Shape;19;p3"/>
          <p:cNvSpPr>
            <a:spLocks noGrp="1"/>
          </p:cNvSpPr>
          <p:nvPr>
            <p:ph type="sldNum" idx="12"/>
          </p:nvPr>
        </p:nvSpPr>
        <p:spPr>
          <a:xfrm>
            <a:off x="146050" y="6210300"/>
            <a:ext cx="457200" cy="457200"/>
          </a:xfrm>
          <a:prstGeom prst="ellipse">
            <a:avLst/>
          </a:prstGeom>
          <a:solidFill>
            <a:schemeClr val="accent1"/>
          </a:solidFill>
          <a:ln>
            <a:noFill/>
          </a:ln>
        </p:spPr>
        <p:txBody>
          <a:bodyPr spcFirstLastPara="1" wrap="square" lIns="0" tIns="0" rIns="0" bIns="0" anchor="ctr" anchorCtr="1">
            <a:noAutofit/>
          </a:bodyPr>
          <a:lstStyle>
            <a:lvl1pPr marL="0" marR="0" lvl="0"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1pPr>
            <a:lvl2pPr marL="0" marR="0" lvl="1"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2pPr>
            <a:lvl3pPr marL="0" marR="0" lvl="2"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3pPr>
            <a:lvl4pPr marL="0" marR="0" lvl="3"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4pPr>
            <a:lvl5pPr marL="0" marR="0" lvl="4"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5pPr>
            <a:lvl6pPr marL="0" marR="0" lvl="5"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6pPr>
            <a:lvl7pPr marL="0" marR="0" lvl="6"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7pPr>
            <a:lvl8pPr marL="0" marR="0" lvl="7"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8pPr>
            <a:lvl9pPr marL="0" marR="0" lvl="8"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9pPr>
          </a:lstStyle>
          <a:p>
            <a:pPr marL="0" lvl="0" indent="0" algn="ctr" rtl="0">
              <a:spcBef>
                <a:spcPts val="0"/>
              </a:spcBef>
              <a:spcAft>
                <a:spcPts val="0"/>
              </a:spcAft>
              <a:buNone/>
            </a:pPr>
            <a:fld id="{00000000-1234-1234-1234-123412341234}" type="slidenum">
              <a:rPr lang="en-US"/>
              <a:t>‹#›</a:t>
            </a:fld>
            <a:endParaRPr>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6"/>
        <p:cNvGrpSpPr/>
        <p:nvPr/>
      </p:nvGrpSpPr>
      <p:grpSpPr>
        <a:xfrm>
          <a:off x="0" y="0"/>
          <a:ext cx="0" cy="0"/>
          <a:chOff x="0" y="0"/>
          <a:chExt cx="0" cy="0"/>
        </a:xfrm>
      </p:grpSpPr>
      <p:sp>
        <p:nvSpPr>
          <p:cNvPr id="27" name="Google Shape;27;p5"/>
          <p:cNvSpPr txBox="1"/>
          <p:nvPr/>
        </p:nvSpPr>
        <p:spPr>
          <a:xfrm>
            <a:off x="0" y="0"/>
            <a:ext cx="9144000"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8" name="Google Shape;28;p5"/>
          <p:cNvSpPr/>
          <p:nvPr/>
        </p:nvSpPr>
        <p:spPr>
          <a:xfrm>
            <a:off x="63500" y="69850"/>
            <a:ext cx="9013825" cy="6692900"/>
          </a:xfrm>
          <a:prstGeom prst="roundRect">
            <a:avLst>
              <a:gd name="adj" fmla="val 1065"/>
            </a:avLst>
          </a:prstGeom>
          <a:solidFill>
            <a:schemeClr val="lt1"/>
          </a:solidFill>
          <a:ln w="9525" cap="sq" cmpd="sng">
            <a:solidFill>
              <a:schemeClr val="dk1"/>
            </a:solidFill>
            <a:prstDash val="solid"/>
            <a:miter lim="8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9" name="Google Shape;29;p5"/>
          <p:cNvSpPr txBox="1">
            <a:spLocks noGrp="1"/>
          </p:cNvSpPr>
          <p:nvPr>
            <p:ph type="title"/>
          </p:nvPr>
        </p:nvSpPr>
        <p:spPr>
          <a:xfrm>
            <a:off x="914400" y="274637"/>
            <a:ext cx="7772400" cy="1143000"/>
          </a:xfrm>
          <a:prstGeom prst="rect">
            <a:avLst/>
          </a:prstGeom>
          <a:noFill/>
          <a:ln>
            <a:noFill/>
          </a:ln>
        </p:spPr>
        <p:txBody>
          <a:bodyPr spcFirstLastPara="1" wrap="square" lIns="91425" tIns="45700" rIns="91425" bIns="91425" anchor="b" anchorCtr="0">
            <a:noAutofit/>
          </a:bodyPr>
          <a:lstStyle>
            <a:lvl1pPr marR="0" lvl="0"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1pPr>
            <a:lvl2pPr marR="0" lvl="1"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2pPr>
            <a:lvl3pPr marR="0" lvl="2"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3pPr>
            <a:lvl4pPr marR="0" lvl="3"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4pPr>
            <a:lvl5pPr marR="0" lvl="4"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5pPr>
            <a:lvl6pPr marR="0" lvl="5"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6pPr>
            <a:lvl7pPr marR="0" lvl="6"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7pPr>
            <a:lvl8pPr marR="0" lvl="7"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8pPr>
            <a:lvl9pPr marR="0" lvl="8"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9pPr>
          </a:lstStyle>
          <a:p>
            <a:endParaRPr/>
          </a:p>
        </p:txBody>
      </p:sp>
      <p:sp>
        <p:nvSpPr>
          <p:cNvPr id="30" name="Google Shape;30;p5"/>
          <p:cNvSpPr txBox="1">
            <a:spLocks noGrp="1"/>
          </p:cNvSpPr>
          <p:nvPr>
            <p:ph type="body" idx="1"/>
          </p:nvPr>
        </p:nvSpPr>
        <p:spPr>
          <a:xfrm>
            <a:off x="914400" y="1447800"/>
            <a:ext cx="7772400" cy="4572000"/>
          </a:xfrm>
          <a:prstGeom prst="rect">
            <a:avLst/>
          </a:prstGeom>
          <a:noFill/>
          <a:ln>
            <a:noFill/>
          </a:ln>
        </p:spPr>
        <p:txBody>
          <a:bodyPr spcFirstLastPara="1" wrap="square" lIns="91425" tIns="45700" rIns="91425" bIns="45700" anchor="t" anchorCtr="0">
            <a:noAutofit/>
          </a:bodyPr>
          <a:lstStyle>
            <a:lvl1pPr marL="457200" marR="0" lvl="0" indent="-368935" algn="l" rtl="0">
              <a:lnSpc>
                <a:spcPct val="100000"/>
              </a:lnSpc>
              <a:spcBef>
                <a:spcPts val="575"/>
              </a:spcBef>
              <a:spcAft>
                <a:spcPts val="0"/>
              </a:spcAft>
              <a:buClr>
                <a:schemeClr val="accent1"/>
              </a:buClr>
              <a:buSzPts val="2210"/>
              <a:buFont typeface="Noto Sans Symbols"/>
              <a:buChar char="⚫"/>
              <a:defRPr sz="2600" b="0" i="0" u="none" strike="noStrike" cap="none">
                <a:solidFill>
                  <a:schemeClr val="dk1"/>
                </a:solidFill>
                <a:latin typeface="Libre Baskerville"/>
                <a:ea typeface="Libre Baskerville"/>
                <a:cs typeface="Libre Baskerville"/>
                <a:sym typeface="Libre Baskerville"/>
              </a:defRPr>
            </a:lvl1pPr>
            <a:lvl2pPr marL="914400" marR="0" lvl="1" indent="-358140" algn="l" rtl="0">
              <a:lnSpc>
                <a:spcPct val="100000"/>
              </a:lnSpc>
              <a:spcBef>
                <a:spcPts val="375"/>
              </a:spcBef>
              <a:spcAft>
                <a:spcPts val="0"/>
              </a:spcAft>
              <a:buClr>
                <a:schemeClr val="accent2"/>
              </a:buClr>
              <a:buSzPts val="2040"/>
              <a:buFont typeface="Noto Sans Symbols"/>
              <a:buChar char="⚫"/>
              <a:defRPr sz="2400" b="0" i="0" u="none" strike="noStrike" cap="none">
                <a:solidFill>
                  <a:schemeClr val="dk1"/>
                </a:solidFill>
                <a:latin typeface="Libre Baskerville"/>
                <a:ea typeface="Libre Baskerville"/>
                <a:cs typeface="Libre Baskerville"/>
                <a:sym typeface="Libre Baskerville"/>
              </a:defRPr>
            </a:lvl2pPr>
            <a:lvl3pPr marL="1371600" marR="0" lvl="2" indent="-336550" algn="l" rtl="0">
              <a:lnSpc>
                <a:spcPct val="100000"/>
              </a:lnSpc>
              <a:spcBef>
                <a:spcPts val="375"/>
              </a:spcBef>
              <a:spcAft>
                <a:spcPts val="0"/>
              </a:spcAft>
              <a:buClr>
                <a:srgbClr val="E6B1AB"/>
              </a:buClr>
              <a:buSzPts val="1700"/>
              <a:buFont typeface="Noto Sans Symbols"/>
              <a:buChar char="⚫"/>
              <a:defRPr sz="2000" b="0" i="0" u="none" strike="noStrike" cap="none">
                <a:solidFill>
                  <a:schemeClr val="dk1"/>
                </a:solidFill>
                <a:latin typeface="Libre Baskerville"/>
                <a:ea typeface="Libre Baskerville"/>
                <a:cs typeface="Libre Baskerville"/>
                <a:sym typeface="Libre Baskerville"/>
              </a:defRPr>
            </a:lvl3pPr>
            <a:lvl4pPr marL="1828800" marR="0" lvl="3" indent="-330200" algn="l" rtl="0">
              <a:lnSpc>
                <a:spcPct val="100000"/>
              </a:lnSpc>
              <a:spcBef>
                <a:spcPts val="375"/>
              </a:spcBef>
              <a:spcAft>
                <a:spcPts val="0"/>
              </a:spcAft>
              <a:buClr>
                <a:srgbClr val="A28E6A"/>
              </a:buClr>
              <a:buSzPts val="1600"/>
              <a:buFont typeface="Noto Sans Symbols"/>
              <a:buChar char="⚫"/>
              <a:defRPr sz="2000" b="0" i="0" u="none" strike="noStrike" cap="none">
                <a:solidFill>
                  <a:schemeClr val="dk1"/>
                </a:solidFill>
                <a:latin typeface="Libre Baskerville"/>
                <a:ea typeface="Libre Baskerville"/>
                <a:cs typeface="Libre Baskerville"/>
                <a:sym typeface="Libre Baskerville"/>
              </a:defRPr>
            </a:lvl4pPr>
            <a:lvl5pPr marL="2286000" marR="0" lvl="4" indent="-355600" algn="l" rtl="0">
              <a:lnSpc>
                <a:spcPct val="100000"/>
              </a:lnSpc>
              <a:spcBef>
                <a:spcPts val="375"/>
              </a:spcBef>
              <a:spcAft>
                <a:spcPts val="0"/>
              </a:spcAft>
              <a:buClr>
                <a:srgbClr val="A28E6A"/>
              </a:buClr>
              <a:buSzPts val="2000"/>
              <a:buFont typeface="Libre Baskerville"/>
              <a:buChar char="o"/>
              <a:defRPr sz="2000" b="0" i="0" u="none" strike="noStrike" cap="none">
                <a:solidFill>
                  <a:schemeClr val="dk1"/>
                </a:solidFill>
                <a:latin typeface="Libre Baskerville"/>
                <a:ea typeface="Libre Baskerville"/>
                <a:cs typeface="Libre Baskerville"/>
                <a:sym typeface="Libre Baskerville"/>
              </a:defRPr>
            </a:lvl5pPr>
            <a:lvl6pPr marL="2743200" marR="0" lvl="5" indent="-342900" algn="l" rtl="0">
              <a:lnSpc>
                <a:spcPct val="100000"/>
              </a:lnSpc>
              <a:spcBef>
                <a:spcPts val="370"/>
              </a:spcBef>
              <a:spcAft>
                <a:spcPts val="0"/>
              </a:spcAft>
              <a:buClr>
                <a:schemeClr val="accent3"/>
              </a:buClr>
              <a:buSzPts val="1800"/>
              <a:buFont typeface="Libre Baskerville"/>
              <a:buChar char="•"/>
              <a:defRPr sz="1800" b="0" i="0" u="none" strike="noStrike" cap="none">
                <a:solidFill>
                  <a:schemeClr val="dk1"/>
                </a:solidFill>
                <a:latin typeface="Libre Baskerville"/>
                <a:ea typeface="Libre Baskerville"/>
                <a:cs typeface="Libre Baskerville"/>
                <a:sym typeface="Libre Baskerville"/>
              </a:defRPr>
            </a:lvl6pPr>
            <a:lvl7pPr marL="3200400" marR="0" lvl="6" indent="-342900" algn="l" rtl="0">
              <a:lnSpc>
                <a:spcPct val="100000"/>
              </a:lnSpc>
              <a:spcBef>
                <a:spcPts val="370"/>
              </a:spcBef>
              <a:spcAft>
                <a:spcPts val="0"/>
              </a:spcAft>
              <a:buClr>
                <a:schemeClr val="accent2"/>
              </a:buClr>
              <a:buSzPts val="1800"/>
              <a:buFont typeface="Libre Baskerville"/>
              <a:buChar char="•"/>
              <a:defRPr sz="1800" b="0" i="0" u="none" strike="noStrike" cap="none">
                <a:solidFill>
                  <a:schemeClr val="dk1"/>
                </a:solidFill>
                <a:latin typeface="Libre Baskerville"/>
                <a:ea typeface="Libre Baskerville"/>
                <a:cs typeface="Libre Baskerville"/>
                <a:sym typeface="Libre Baskerville"/>
              </a:defRPr>
            </a:lvl7pPr>
            <a:lvl8pPr marL="3657600" marR="0" lvl="7" indent="-342900" algn="l" rtl="0">
              <a:lnSpc>
                <a:spcPct val="100000"/>
              </a:lnSpc>
              <a:spcBef>
                <a:spcPts val="370"/>
              </a:spcBef>
              <a:spcAft>
                <a:spcPts val="0"/>
              </a:spcAft>
              <a:buClr>
                <a:srgbClr val="E6AFA9"/>
              </a:buClr>
              <a:buSzPts val="1800"/>
              <a:buFont typeface="Libre Baskerville"/>
              <a:buChar char="•"/>
              <a:defRPr sz="1800" b="0" i="0" u="none" strike="noStrike" cap="none">
                <a:solidFill>
                  <a:schemeClr val="dk1"/>
                </a:solidFill>
                <a:latin typeface="Libre Baskerville"/>
                <a:ea typeface="Libre Baskerville"/>
                <a:cs typeface="Libre Baskerville"/>
                <a:sym typeface="Libre Baskerville"/>
              </a:defRPr>
            </a:lvl8pPr>
            <a:lvl9pPr marL="4114800" marR="0" lvl="8" indent="-342900" algn="l" rtl="0">
              <a:lnSpc>
                <a:spcPct val="100000"/>
              </a:lnSpc>
              <a:spcBef>
                <a:spcPts val="370"/>
              </a:spcBef>
              <a:spcAft>
                <a:spcPts val="0"/>
              </a:spcAft>
              <a:buClr>
                <a:srgbClr val="CAABA9"/>
              </a:buClr>
              <a:buSzPts val="1800"/>
              <a:buFont typeface="Libre Baskerville"/>
              <a:buChar char="•"/>
              <a:defRPr sz="1800" b="0" i="0" u="none" strike="noStrike" cap="none">
                <a:solidFill>
                  <a:schemeClr val="dk1"/>
                </a:solidFill>
                <a:latin typeface="Libre Baskerville"/>
                <a:ea typeface="Libre Baskerville"/>
                <a:cs typeface="Libre Baskerville"/>
                <a:sym typeface="Libre Baskerville"/>
              </a:defRPr>
            </a:lvl9pPr>
          </a:lstStyle>
          <a:p>
            <a:endParaRPr/>
          </a:p>
        </p:txBody>
      </p:sp>
      <p:sp>
        <p:nvSpPr>
          <p:cNvPr id="31" name="Google Shape;31;p5"/>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Libre Baskerville"/>
                <a:ea typeface="Libre Baskerville"/>
                <a:cs typeface="Libre Baskerville"/>
                <a:sym typeface="Libre Baskerville"/>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32" name="Google Shape;32;p5"/>
          <p:cNvSpPr txBox="1">
            <a:spLocks noGrp="1"/>
          </p:cNvSpPr>
          <p:nvPr>
            <p:ph type="ftr" idx="11"/>
          </p:nvPr>
        </p:nvSpPr>
        <p:spPr>
          <a:xfrm>
            <a:off x="914400" y="6172200"/>
            <a:ext cx="3962400" cy="4572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Libre Baskerville"/>
                <a:ea typeface="Libre Baskerville"/>
                <a:cs typeface="Libre Baskerville"/>
                <a:sym typeface="Libre Baskerville"/>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33" name="Google Shape;33;p5"/>
          <p:cNvSpPr>
            <a:spLocks noGrp="1"/>
          </p:cNvSpPr>
          <p:nvPr>
            <p:ph type="sldNum" idx="12"/>
          </p:nvPr>
        </p:nvSpPr>
        <p:spPr>
          <a:xfrm>
            <a:off x="146050" y="6210300"/>
            <a:ext cx="457200" cy="457200"/>
          </a:xfrm>
          <a:prstGeom prst="ellipse">
            <a:avLst/>
          </a:prstGeom>
          <a:solidFill>
            <a:schemeClr val="accent1"/>
          </a:solidFill>
          <a:ln>
            <a:noFill/>
          </a:ln>
        </p:spPr>
        <p:txBody>
          <a:bodyPr spcFirstLastPara="1" wrap="square" lIns="0" tIns="0" rIns="0" bIns="0" anchor="ctr" anchorCtr="1">
            <a:noAutofit/>
          </a:bodyPr>
          <a:lstStyle>
            <a:lvl1pPr marL="0" marR="0" lvl="0"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1pPr>
            <a:lvl2pPr marL="0" marR="0" lvl="1"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2pPr>
            <a:lvl3pPr marL="0" marR="0" lvl="2"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3pPr>
            <a:lvl4pPr marL="0" marR="0" lvl="3"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4pPr>
            <a:lvl5pPr marL="0" marR="0" lvl="4"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5pPr>
            <a:lvl6pPr marL="0" marR="0" lvl="5"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6pPr>
            <a:lvl7pPr marL="0" marR="0" lvl="6"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7pPr>
            <a:lvl8pPr marL="0" marR="0" lvl="7"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8pPr>
            <a:lvl9pPr marL="0" marR="0" lvl="8"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9pPr>
          </a:lstStyle>
          <a:p>
            <a:pPr marL="0" lvl="0" indent="0" algn="ctr" rtl="0">
              <a:spcBef>
                <a:spcPts val="0"/>
              </a:spcBef>
              <a:spcAft>
                <a:spcPts val="0"/>
              </a:spcAft>
              <a:buNone/>
            </a:pPr>
            <a:fld id="{00000000-1234-1234-1234-123412341234}" type="slidenum">
              <a:rPr lang="en-US"/>
              <a:t>‹#›</a:t>
            </a:fld>
            <a:endParaRPr>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7"/>
        <p:cNvGrpSpPr/>
        <p:nvPr/>
      </p:nvGrpSpPr>
      <p:grpSpPr>
        <a:xfrm>
          <a:off x="0" y="0"/>
          <a:ext cx="0" cy="0"/>
          <a:chOff x="0" y="0"/>
          <a:chExt cx="0" cy="0"/>
        </a:xfrm>
      </p:grpSpPr>
      <p:sp>
        <p:nvSpPr>
          <p:cNvPr id="78" name="Google Shape;78;p13"/>
          <p:cNvSpPr txBox="1"/>
          <p:nvPr/>
        </p:nvSpPr>
        <p:spPr>
          <a:xfrm>
            <a:off x="0" y="0"/>
            <a:ext cx="9144000"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79" name="Google Shape;79;p13"/>
          <p:cNvSpPr/>
          <p:nvPr/>
        </p:nvSpPr>
        <p:spPr>
          <a:xfrm>
            <a:off x="65313" y="69755"/>
            <a:ext cx="9013372" cy="6692201"/>
          </a:xfrm>
          <a:prstGeom prst="roundRect">
            <a:avLst>
              <a:gd name="adj" fmla="val 4929"/>
            </a:avLst>
          </a:prstGeom>
          <a:blipFill rotWithShape="1">
            <a:blip r:embed="rId3">
              <a:alphaModFix/>
            </a:blip>
            <a:stretch>
              <a:fillRect/>
            </a:stretch>
          </a:blipFill>
          <a:ln w="9525" cap="sq"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chemeClr val="lt1"/>
              </a:solidFill>
              <a:latin typeface="Libre Baskerville"/>
              <a:ea typeface="Libre Baskerville"/>
              <a:cs typeface="Libre Baskerville"/>
              <a:sym typeface="Libre Baskerville"/>
            </a:endParaRPr>
          </a:p>
        </p:txBody>
      </p:sp>
      <p:sp>
        <p:nvSpPr>
          <p:cNvPr id="80" name="Google Shape;80;p13"/>
          <p:cNvSpPr txBox="1"/>
          <p:nvPr/>
        </p:nvSpPr>
        <p:spPr>
          <a:xfrm rot="10800000" flipH="1">
            <a:off x="69850" y="2376487"/>
            <a:ext cx="9013825" cy="92075"/>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81" name="Google Shape;81;p13"/>
          <p:cNvSpPr txBox="1"/>
          <p:nvPr/>
        </p:nvSpPr>
        <p:spPr>
          <a:xfrm>
            <a:off x="69850" y="2341562"/>
            <a:ext cx="9013825" cy="46037"/>
          </a:xfrm>
          <a:prstGeom prst="rect">
            <a:avLst/>
          </a:prstGeom>
          <a:solidFill>
            <a:srgbClr val="E6B1AB"/>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82" name="Google Shape;82;p13"/>
          <p:cNvSpPr txBox="1"/>
          <p:nvPr/>
        </p:nvSpPr>
        <p:spPr>
          <a:xfrm>
            <a:off x="68262" y="2468562"/>
            <a:ext cx="9015412" cy="46037"/>
          </a:xfrm>
          <a:prstGeom prst="rect">
            <a:avLst/>
          </a:prstGeom>
          <a:solidFill>
            <a:srgbClr val="91848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83" name="Google Shape;83;p13"/>
          <p:cNvSpPr txBox="1">
            <a:spLocks noGrp="1"/>
          </p:cNvSpPr>
          <p:nvPr>
            <p:ph type="title"/>
          </p:nvPr>
        </p:nvSpPr>
        <p:spPr>
          <a:xfrm>
            <a:off x="914400" y="274637"/>
            <a:ext cx="7772400" cy="1143000"/>
          </a:xfrm>
          <a:prstGeom prst="rect">
            <a:avLst/>
          </a:prstGeom>
          <a:noFill/>
          <a:ln>
            <a:noFill/>
          </a:ln>
        </p:spPr>
        <p:txBody>
          <a:bodyPr spcFirstLastPara="1" wrap="square" lIns="91425" tIns="45700" rIns="91425" bIns="91425" anchor="b" anchorCtr="0">
            <a:noAutofit/>
          </a:bodyPr>
          <a:lstStyle>
            <a:lvl1pPr marR="0" lvl="0"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1pPr>
            <a:lvl2pPr marR="0" lvl="1"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2pPr>
            <a:lvl3pPr marR="0" lvl="2"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3pPr>
            <a:lvl4pPr marR="0" lvl="3"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4pPr>
            <a:lvl5pPr marR="0" lvl="4"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5pPr>
            <a:lvl6pPr marR="0" lvl="5"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6pPr>
            <a:lvl7pPr marR="0" lvl="6"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7pPr>
            <a:lvl8pPr marR="0" lvl="7"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8pPr>
            <a:lvl9pPr marR="0" lvl="8"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9pPr>
          </a:lstStyle>
          <a:p>
            <a:endParaRPr/>
          </a:p>
        </p:txBody>
      </p:sp>
      <p:sp>
        <p:nvSpPr>
          <p:cNvPr id="84" name="Google Shape;84;p13"/>
          <p:cNvSpPr txBox="1">
            <a:spLocks noGrp="1"/>
          </p:cNvSpPr>
          <p:nvPr>
            <p:ph type="body" idx="1"/>
          </p:nvPr>
        </p:nvSpPr>
        <p:spPr>
          <a:xfrm>
            <a:off x="914400" y="1447800"/>
            <a:ext cx="7772400" cy="4572000"/>
          </a:xfrm>
          <a:prstGeom prst="rect">
            <a:avLst/>
          </a:prstGeom>
          <a:noFill/>
          <a:ln>
            <a:noFill/>
          </a:ln>
        </p:spPr>
        <p:txBody>
          <a:bodyPr spcFirstLastPara="1" wrap="square" lIns="91425" tIns="45700" rIns="91425" bIns="45700" anchor="t" anchorCtr="0">
            <a:noAutofit/>
          </a:bodyPr>
          <a:lstStyle>
            <a:lvl1pPr marL="457200" marR="0" lvl="0" indent="-368935" algn="l" rtl="0">
              <a:lnSpc>
                <a:spcPct val="100000"/>
              </a:lnSpc>
              <a:spcBef>
                <a:spcPts val="575"/>
              </a:spcBef>
              <a:spcAft>
                <a:spcPts val="0"/>
              </a:spcAft>
              <a:buClr>
                <a:schemeClr val="accent1"/>
              </a:buClr>
              <a:buSzPts val="2210"/>
              <a:buFont typeface="Noto Sans Symbols"/>
              <a:buChar char="⚫"/>
              <a:defRPr sz="2600" b="0" i="0" u="none" strike="noStrike" cap="none">
                <a:solidFill>
                  <a:schemeClr val="dk1"/>
                </a:solidFill>
                <a:latin typeface="Libre Baskerville"/>
                <a:ea typeface="Libre Baskerville"/>
                <a:cs typeface="Libre Baskerville"/>
                <a:sym typeface="Libre Baskerville"/>
              </a:defRPr>
            </a:lvl1pPr>
            <a:lvl2pPr marL="914400" marR="0" lvl="1" indent="-358140" algn="l" rtl="0">
              <a:lnSpc>
                <a:spcPct val="100000"/>
              </a:lnSpc>
              <a:spcBef>
                <a:spcPts val="375"/>
              </a:spcBef>
              <a:spcAft>
                <a:spcPts val="0"/>
              </a:spcAft>
              <a:buClr>
                <a:schemeClr val="accent2"/>
              </a:buClr>
              <a:buSzPts val="2040"/>
              <a:buFont typeface="Noto Sans Symbols"/>
              <a:buChar char="⚫"/>
              <a:defRPr sz="2400" b="0" i="0" u="none" strike="noStrike" cap="none">
                <a:solidFill>
                  <a:schemeClr val="dk1"/>
                </a:solidFill>
                <a:latin typeface="Libre Baskerville"/>
                <a:ea typeface="Libre Baskerville"/>
                <a:cs typeface="Libre Baskerville"/>
                <a:sym typeface="Libre Baskerville"/>
              </a:defRPr>
            </a:lvl2pPr>
            <a:lvl3pPr marL="1371600" marR="0" lvl="2" indent="-336550" algn="l" rtl="0">
              <a:lnSpc>
                <a:spcPct val="100000"/>
              </a:lnSpc>
              <a:spcBef>
                <a:spcPts val="375"/>
              </a:spcBef>
              <a:spcAft>
                <a:spcPts val="0"/>
              </a:spcAft>
              <a:buClr>
                <a:srgbClr val="E6B1AB"/>
              </a:buClr>
              <a:buSzPts val="1700"/>
              <a:buFont typeface="Noto Sans Symbols"/>
              <a:buChar char="⚫"/>
              <a:defRPr sz="2000" b="0" i="0" u="none" strike="noStrike" cap="none">
                <a:solidFill>
                  <a:schemeClr val="dk1"/>
                </a:solidFill>
                <a:latin typeface="Libre Baskerville"/>
                <a:ea typeface="Libre Baskerville"/>
                <a:cs typeface="Libre Baskerville"/>
                <a:sym typeface="Libre Baskerville"/>
              </a:defRPr>
            </a:lvl3pPr>
            <a:lvl4pPr marL="1828800" marR="0" lvl="3" indent="-330200" algn="l" rtl="0">
              <a:lnSpc>
                <a:spcPct val="100000"/>
              </a:lnSpc>
              <a:spcBef>
                <a:spcPts val="375"/>
              </a:spcBef>
              <a:spcAft>
                <a:spcPts val="0"/>
              </a:spcAft>
              <a:buClr>
                <a:srgbClr val="A28E6A"/>
              </a:buClr>
              <a:buSzPts val="1600"/>
              <a:buFont typeface="Noto Sans Symbols"/>
              <a:buChar char="⚫"/>
              <a:defRPr sz="2000" b="0" i="0" u="none" strike="noStrike" cap="none">
                <a:solidFill>
                  <a:schemeClr val="dk1"/>
                </a:solidFill>
                <a:latin typeface="Libre Baskerville"/>
                <a:ea typeface="Libre Baskerville"/>
                <a:cs typeface="Libre Baskerville"/>
                <a:sym typeface="Libre Baskerville"/>
              </a:defRPr>
            </a:lvl4pPr>
            <a:lvl5pPr marL="2286000" marR="0" lvl="4" indent="-355600" algn="l" rtl="0">
              <a:lnSpc>
                <a:spcPct val="100000"/>
              </a:lnSpc>
              <a:spcBef>
                <a:spcPts val="375"/>
              </a:spcBef>
              <a:spcAft>
                <a:spcPts val="0"/>
              </a:spcAft>
              <a:buClr>
                <a:srgbClr val="A28E6A"/>
              </a:buClr>
              <a:buSzPts val="2000"/>
              <a:buFont typeface="Libre Baskerville"/>
              <a:buChar char="o"/>
              <a:defRPr sz="2000" b="0" i="0" u="none" strike="noStrike" cap="none">
                <a:solidFill>
                  <a:schemeClr val="dk1"/>
                </a:solidFill>
                <a:latin typeface="Libre Baskerville"/>
                <a:ea typeface="Libre Baskerville"/>
                <a:cs typeface="Libre Baskerville"/>
                <a:sym typeface="Libre Baskerville"/>
              </a:defRPr>
            </a:lvl5pPr>
            <a:lvl6pPr marL="2743200" marR="0" lvl="5" indent="-342900" algn="l" rtl="0">
              <a:lnSpc>
                <a:spcPct val="100000"/>
              </a:lnSpc>
              <a:spcBef>
                <a:spcPts val="370"/>
              </a:spcBef>
              <a:spcAft>
                <a:spcPts val="0"/>
              </a:spcAft>
              <a:buClr>
                <a:schemeClr val="accent3"/>
              </a:buClr>
              <a:buSzPts val="1800"/>
              <a:buFont typeface="Libre Baskerville"/>
              <a:buChar char="•"/>
              <a:defRPr sz="1800" b="0" i="0" u="none" strike="noStrike" cap="none">
                <a:solidFill>
                  <a:schemeClr val="dk1"/>
                </a:solidFill>
                <a:latin typeface="Libre Baskerville"/>
                <a:ea typeface="Libre Baskerville"/>
                <a:cs typeface="Libre Baskerville"/>
                <a:sym typeface="Libre Baskerville"/>
              </a:defRPr>
            </a:lvl6pPr>
            <a:lvl7pPr marL="3200400" marR="0" lvl="6" indent="-342900" algn="l" rtl="0">
              <a:lnSpc>
                <a:spcPct val="100000"/>
              </a:lnSpc>
              <a:spcBef>
                <a:spcPts val="370"/>
              </a:spcBef>
              <a:spcAft>
                <a:spcPts val="0"/>
              </a:spcAft>
              <a:buClr>
                <a:schemeClr val="accent2"/>
              </a:buClr>
              <a:buSzPts val="1800"/>
              <a:buFont typeface="Libre Baskerville"/>
              <a:buChar char="•"/>
              <a:defRPr sz="1800" b="0" i="0" u="none" strike="noStrike" cap="none">
                <a:solidFill>
                  <a:schemeClr val="dk1"/>
                </a:solidFill>
                <a:latin typeface="Libre Baskerville"/>
                <a:ea typeface="Libre Baskerville"/>
                <a:cs typeface="Libre Baskerville"/>
                <a:sym typeface="Libre Baskerville"/>
              </a:defRPr>
            </a:lvl7pPr>
            <a:lvl8pPr marL="3657600" marR="0" lvl="7" indent="-342900" algn="l" rtl="0">
              <a:lnSpc>
                <a:spcPct val="100000"/>
              </a:lnSpc>
              <a:spcBef>
                <a:spcPts val="370"/>
              </a:spcBef>
              <a:spcAft>
                <a:spcPts val="0"/>
              </a:spcAft>
              <a:buClr>
                <a:srgbClr val="E6AFA9"/>
              </a:buClr>
              <a:buSzPts val="1800"/>
              <a:buFont typeface="Libre Baskerville"/>
              <a:buChar char="•"/>
              <a:defRPr sz="1800" b="0" i="0" u="none" strike="noStrike" cap="none">
                <a:solidFill>
                  <a:schemeClr val="dk1"/>
                </a:solidFill>
                <a:latin typeface="Libre Baskerville"/>
                <a:ea typeface="Libre Baskerville"/>
                <a:cs typeface="Libre Baskerville"/>
                <a:sym typeface="Libre Baskerville"/>
              </a:defRPr>
            </a:lvl8pPr>
            <a:lvl9pPr marL="4114800" marR="0" lvl="8" indent="-342900" algn="l" rtl="0">
              <a:lnSpc>
                <a:spcPct val="100000"/>
              </a:lnSpc>
              <a:spcBef>
                <a:spcPts val="370"/>
              </a:spcBef>
              <a:spcAft>
                <a:spcPts val="0"/>
              </a:spcAft>
              <a:buClr>
                <a:srgbClr val="CAABA9"/>
              </a:buClr>
              <a:buSzPts val="1800"/>
              <a:buFont typeface="Libre Baskerville"/>
              <a:buChar char="•"/>
              <a:defRPr sz="1800" b="0" i="0" u="none" strike="noStrike" cap="none">
                <a:solidFill>
                  <a:schemeClr val="dk1"/>
                </a:solidFill>
                <a:latin typeface="Libre Baskerville"/>
                <a:ea typeface="Libre Baskerville"/>
                <a:cs typeface="Libre Baskerville"/>
                <a:sym typeface="Libre Baskerville"/>
              </a:defRPr>
            </a:lvl9pPr>
          </a:lstStyle>
          <a:p>
            <a:endParaRPr/>
          </a:p>
        </p:txBody>
      </p:sp>
      <p:sp>
        <p:nvSpPr>
          <p:cNvPr id="85" name="Google Shape;85;p13"/>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Libre Baskerville"/>
                <a:ea typeface="Libre Baskerville"/>
                <a:cs typeface="Libre Baskerville"/>
                <a:sym typeface="Libre Baskerville"/>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86" name="Google Shape;86;p13"/>
          <p:cNvSpPr txBox="1">
            <a:spLocks noGrp="1"/>
          </p:cNvSpPr>
          <p:nvPr>
            <p:ph type="ftr" idx="11"/>
          </p:nvPr>
        </p:nvSpPr>
        <p:spPr>
          <a:xfrm>
            <a:off x="800100" y="6172200"/>
            <a:ext cx="4000500" cy="4572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Libre Baskerville"/>
                <a:ea typeface="Libre Baskerville"/>
                <a:cs typeface="Libre Baskerville"/>
                <a:sym typeface="Libre Baskerville"/>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87" name="Google Shape;87;p13"/>
          <p:cNvSpPr>
            <a:spLocks noGrp="1"/>
          </p:cNvSpPr>
          <p:nvPr>
            <p:ph type="sldNum" idx="12"/>
          </p:nvPr>
        </p:nvSpPr>
        <p:spPr>
          <a:xfrm>
            <a:off x="146050" y="6208712"/>
            <a:ext cx="457200" cy="457200"/>
          </a:xfrm>
          <a:prstGeom prst="ellipse">
            <a:avLst/>
          </a:prstGeom>
          <a:solidFill>
            <a:schemeClr val="accent1"/>
          </a:solidFill>
          <a:ln>
            <a:noFill/>
          </a:ln>
        </p:spPr>
        <p:txBody>
          <a:bodyPr spcFirstLastPara="1" wrap="square" lIns="0" tIns="0" rIns="0" bIns="0" anchor="ctr" anchorCtr="1">
            <a:noAutofit/>
          </a:bodyPr>
          <a:lstStyle>
            <a:lvl1pPr marL="0" marR="0" lvl="0"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1pPr>
            <a:lvl2pPr marL="0" marR="0" lvl="1"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2pPr>
            <a:lvl3pPr marL="0" marR="0" lvl="2"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3pPr>
            <a:lvl4pPr marL="0" marR="0" lvl="3"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4pPr>
            <a:lvl5pPr marL="0" marR="0" lvl="4"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5pPr>
            <a:lvl6pPr marL="0" marR="0" lvl="5"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6pPr>
            <a:lvl7pPr marL="0" marR="0" lvl="6"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7pPr>
            <a:lvl8pPr marL="0" marR="0" lvl="7"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8pPr>
            <a:lvl9pPr marL="0" marR="0" lvl="8"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9pPr>
          </a:lstStyle>
          <a:p>
            <a:pPr marL="0" lvl="0" indent="0" algn="ctr" rtl="0">
              <a:spcBef>
                <a:spcPts val="0"/>
              </a:spcBef>
              <a:spcAft>
                <a:spcPts val="0"/>
              </a:spcAft>
              <a:buNone/>
            </a:pPr>
            <a:fld id="{00000000-1234-1234-1234-123412341234}" type="slidenum">
              <a:rPr lang="en-US"/>
              <a:t>‹#›</a:t>
            </a:fld>
            <a:endParaRPr>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59"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4"/>
        <p:cNvGrpSpPr/>
        <p:nvPr/>
      </p:nvGrpSpPr>
      <p:grpSpPr>
        <a:xfrm>
          <a:off x="0" y="0"/>
          <a:ext cx="0" cy="0"/>
          <a:chOff x="0" y="0"/>
          <a:chExt cx="0" cy="0"/>
        </a:xfrm>
      </p:grpSpPr>
      <p:sp>
        <p:nvSpPr>
          <p:cNvPr id="95" name="Google Shape;95;p15"/>
          <p:cNvSpPr txBox="1"/>
          <p:nvPr/>
        </p:nvSpPr>
        <p:spPr>
          <a:xfrm>
            <a:off x="0" y="0"/>
            <a:ext cx="9144000"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6" name="Google Shape;96;p15"/>
          <p:cNvSpPr/>
          <p:nvPr/>
        </p:nvSpPr>
        <p:spPr>
          <a:xfrm>
            <a:off x="63500" y="69850"/>
            <a:ext cx="9013825" cy="6692900"/>
          </a:xfrm>
          <a:prstGeom prst="roundRect">
            <a:avLst>
              <a:gd name="adj" fmla="val 1065"/>
            </a:avLst>
          </a:prstGeom>
          <a:solidFill>
            <a:schemeClr val="lt1"/>
          </a:solidFill>
          <a:ln w="9525" cap="sq" cmpd="sng">
            <a:solidFill>
              <a:schemeClr val="dk1"/>
            </a:solidFill>
            <a:prstDash val="solid"/>
            <a:miter lim="8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7" name="Google Shape;97;p15"/>
          <p:cNvSpPr txBox="1"/>
          <p:nvPr/>
        </p:nvSpPr>
        <p:spPr>
          <a:xfrm>
            <a:off x="0" y="0"/>
            <a:ext cx="9144000"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8" name="Google Shape;98;p15"/>
          <p:cNvSpPr/>
          <p:nvPr/>
        </p:nvSpPr>
        <p:spPr>
          <a:xfrm>
            <a:off x="63500" y="69850"/>
            <a:ext cx="9013825" cy="6692900"/>
          </a:xfrm>
          <a:prstGeom prst="roundRect">
            <a:avLst>
              <a:gd name="adj" fmla="val 1065"/>
            </a:avLst>
          </a:prstGeom>
          <a:solidFill>
            <a:schemeClr val="lt1"/>
          </a:solidFill>
          <a:ln w="9525" cap="sq" cmpd="sng">
            <a:solidFill>
              <a:schemeClr val="dk1"/>
            </a:solidFill>
            <a:prstDash val="solid"/>
            <a:miter lim="8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9" name="Google Shape;99;p15"/>
          <p:cNvSpPr txBox="1">
            <a:spLocks noGrp="1"/>
          </p:cNvSpPr>
          <p:nvPr>
            <p:ph type="title"/>
          </p:nvPr>
        </p:nvSpPr>
        <p:spPr>
          <a:xfrm>
            <a:off x="914400" y="274637"/>
            <a:ext cx="7772400" cy="1143000"/>
          </a:xfrm>
          <a:prstGeom prst="rect">
            <a:avLst/>
          </a:prstGeom>
          <a:noFill/>
          <a:ln>
            <a:noFill/>
          </a:ln>
        </p:spPr>
        <p:txBody>
          <a:bodyPr spcFirstLastPara="1" wrap="square" lIns="91425" tIns="45700" rIns="91425" bIns="91425" anchor="b" anchorCtr="0">
            <a:noAutofit/>
          </a:bodyPr>
          <a:lstStyle>
            <a:lvl1pPr marR="0" lvl="0"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1pPr>
            <a:lvl2pPr marR="0" lvl="1"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2pPr>
            <a:lvl3pPr marR="0" lvl="2"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3pPr>
            <a:lvl4pPr marR="0" lvl="3"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4pPr>
            <a:lvl5pPr marR="0" lvl="4"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5pPr>
            <a:lvl6pPr marR="0" lvl="5"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6pPr>
            <a:lvl7pPr marR="0" lvl="6"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7pPr>
            <a:lvl8pPr marR="0" lvl="7"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8pPr>
            <a:lvl9pPr marR="0" lvl="8"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9pPr>
          </a:lstStyle>
          <a:p>
            <a:endParaRPr/>
          </a:p>
        </p:txBody>
      </p:sp>
      <p:sp>
        <p:nvSpPr>
          <p:cNvPr id="100" name="Google Shape;100;p15"/>
          <p:cNvSpPr txBox="1">
            <a:spLocks noGrp="1"/>
          </p:cNvSpPr>
          <p:nvPr>
            <p:ph type="body" idx="1"/>
          </p:nvPr>
        </p:nvSpPr>
        <p:spPr>
          <a:xfrm>
            <a:off x="914400" y="1447800"/>
            <a:ext cx="7772400" cy="4572000"/>
          </a:xfrm>
          <a:prstGeom prst="rect">
            <a:avLst/>
          </a:prstGeom>
          <a:noFill/>
          <a:ln>
            <a:noFill/>
          </a:ln>
        </p:spPr>
        <p:txBody>
          <a:bodyPr spcFirstLastPara="1" wrap="square" lIns="91425" tIns="45700" rIns="91425" bIns="45700" anchor="t" anchorCtr="0">
            <a:noAutofit/>
          </a:bodyPr>
          <a:lstStyle>
            <a:lvl1pPr marL="457200" marR="0" lvl="0" indent="-368935" algn="l" rtl="0">
              <a:lnSpc>
                <a:spcPct val="100000"/>
              </a:lnSpc>
              <a:spcBef>
                <a:spcPts val="575"/>
              </a:spcBef>
              <a:spcAft>
                <a:spcPts val="0"/>
              </a:spcAft>
              <a:buClr>
                <a:schemeClr val="accent1"/>
              </a:buClr>
              <a:buSzPts val="2210"/>
              <a:buFont typeface="Noto Sans Symbols"/>
              <a:buChar char="⚫"/>
              <a:defRPr sz="2600" b="0" i="0" u="none" strike="noStrike" cap="none">
                <a:solidFill>
                  <a:schemeClr val="dk1"/>
                </a:solidFill>
                <a:latin typeface="Libre Baskerville"/>
                <a:ea typeface="Libre Baskerville"/>
                <a:cs typeface="Libre Baskerville"/>
                <a:sym typeface="Libre Baskerville"/>
              </a:defRPr>
            </a:lvl1pPr>
            <a:lvl2pPr marL="914400" marR="0" lvl="1" indent="-358140" algn="l" rtl="0">
              <a:lnSpc>
                <a:spcPct val="100000"/>
              </a:lnSpc>
              <a:spcBef>
                <a:spcPts val="375"/>
              </a:spcBef>
              <a:spcAft>
                <a:spcPts val="0"/>
              </a:spcAft>
              <a:buClr>
                <a:schemeClr val="accent2"/>
              </a:buClr>
              <a:buSzPts val="2040"/>
              <a:buFont typeface="Noto Sans Symbols"/>
              <a:buChar char="⚫"/>
              <a:defRPr sz="2400" b="0" i="0" u="none" strike="noStrike" cap="none">
                <a:solidFill>
                  <a:schemeClr val="dk1"/>
                </a:solidFill>
                <a:latin typeface="Libre Baskerville"/>
                <a:ea typeface="Libre Baskerville"/>
                <a:cs typeface="Libre Baskerville"/>
                <a:sym typeface="Libre Baskerville"/>
              </a:defRPr>
            </a:lvl2pPr>
            <a:lvl3pPr marL="1371600" marR="0" lvl="2" indent="-336550" algn="l" rtl="0">
              <a:lnSpc>
                <a:spcPct val="100000"/>
              </a:lnSpc>
              <a:spcBef>
                <a:spcPts val="375"/>
              </a:spcBef>
              <a:spcAft>
                <a:spcPts val="0"/>
              </a:spcAft>
              <a:buClr>
                <a:srgbClr val="E6B1AB"/>
              </a:buClr>
              <a:buSzPts val="1700"/>
              <a:buFont typeface="Noto Sans Symbols"/>
              <a:buChar char="⚫"/>
              <a:defRPr sz="2000" b="0" i="0" u="none" strike="noStrike" cap="none">
                <a:solidFill>
                  <a:schemeClr val="dk1"/>
                </a:solidFill>
                <a:latin typeface="Libre Baskerville"/>
                <a:ea typeface="Libre Baskerville"/>
                <a:cs typeface="Libre Baskerville"/>
                <a:sym typeface="Libre Baskerville"/>
              </a:defRPr>
            </a:lvl3pPr>
            <a:lvl4pPr marL="1828800" marR="0" lvl="3" indent="-330200" algn="l" rtl="0">
              <a:lnSpc>
                <a:spcPct val="100000"/>
              </a:lnSpc>
              <a:spcBef>
                <a:spcPts val="375"/>
              </a:spcBef>
              <a:spcAft>
                <a:spcPts val="0"/>
              </a:spcAft>
              <a:buClr>
                <a:srgbClr val="A28E6A"/>
              </a:buClr>
              <a:buSzPts val="1600"/>
              <a:buFont typeface="Noto Sans Symbols"/>
              <a:buChar char="⚫"/>
              <a:defRPr sz="2000" b="0" i="0" u="none" strike="noStrike" cap="none">
                <a:solidFill>
                  <a:schemeClr val="dk1"/>
                </a:solidFill>
                <a:latin typeface="Libre Baskerville"/>
                <a:ea typeface="Libre Baskerville"/>
                <a:cs typeface="Libre Baskerville"/>
                <a:sym typeface="Libre Baskerville"/>
              </a:defRPr>
            </a:lvl4pPr>
            <a:lvl5pPr marL="2286000" marR="0" lvl="4" indent="-355600" algn="l" rtl="0">
              <a:lnSpc>
                <a:spcPct val="100000"/>
              </a:lnSpc>
              <a:spcBef>
                <a:spcPts val="375"/>
              </a:spcBef>
              <a:spcAft>
                <a:spcPts val="0"/>
              </a:spcAft>
              <a:buClr>
                <a:srgbClr val="A28E6A"/>
              </a:buClr>
              <a:buSzPts val="2000"/>
              <a:buFont typeface="Libre Baskerville"/>
              <a:buChar char="o"/>
              <a:defRPr sz="2000" b="0" i="0" u="none" strike="noStrike" cap="none">
                <a:solidFill>
                  <a:schemeClr val="dk1"/>
                </a:solidFill>
                <a:latin typeface="Libre Baskerville"/>
                <a:ea typeface="Libre Baskerville"/>
                <a:cs typeface="Libre Baskerville"/>
                <a:sym typeface="Libre Baskerville"/>
              </a:defRPr>
            </a:lvl5pPr>
            <a:lvl6pPr marL="2743200" marR="0" lvl="5" indent="-342900" algn="l" rtl="0">
              <a:lnSpc>
                <a:spcPct val="100000"/>
              </a:lnSpc>
              <a:spcBef>
                <a:spcPts val="370"/>
              </a:spcBef>
              <a:spcAft>
                <a:spcPts val="0"/>
              </a:spcAft>
              <a:buClr>
                <a:schemeClr val="accent3"/>
              </a:buClr>
              <a:buSzPts val="1800"/>
              <a:buFont typeface="Libre Baskerville"/>
              <a:buChar char="•"/>
              <a:defRPr sz="1800" b="0" i="0" u="none" strike="noStrike" cap="none">
                <a:solidFill>
                  <a:schemeClr val="dk1"/>
                </a:solidFill>
                <a:latin typeface="Libre Baskerville"/>
                <a:ea typeface="Libre Baskerville"/>
                <a:cs typeface="Libre Baskerville"/>
                <a:sym typeface="Libre Baskerville"/>
              </a:defRPr>
            </a:lvl6pPr>
            <a:lvl7pPr marL="3200400" marR="0" lvl="6" indent="-342900" algn="l" rtl="0">
              <a:lnSpc>
                <a:spcPct val="100000"/>
              </a:lnSpc>
              <a:spcBef>
                <a:spcPts val="370"/>
              </a:spcBef>
              <a:spcAft>
                <a:spcPts val="0"/>
              </a:spcAft>
              <a:buClr>
                <a:schemeClr val="accent2"/>
              </a:buClr>
              <a:buSzPts val="1800"/>
              <a:buFont typeface="Libre Baskerville"/>
              <a:buChar char="•"/>
              <a:defRPr sz="1800" b="0" i="0" u="none" strike="noStrike" cap="none">
                <a:solidFill>
                  <a:schemeClr val="dk1"/>
                </a:solidFill>
                <a:latin typeface="Libre Baskerville"/>
                <a:ea typeface="Libre Baskerville"/>
                <a:cs typeface="Libre Baskerville"/>
                <a:sym typeface="Libre Baskerville"/>
              </a:defRPr>
            </a:lvl7pPr>
            <a:lvl8pPr marL="3657600" marR="0" lvl="7" indent="-342900" algn="l" rtl="0">
              <a:lnSpc>
                <a:spcPct val="100000"/>
              </a:lnSpc>
              <a:spcBef>
                <a:spcPts val="370"/>
              </a:spcBef>
              <a:spcAft>
                <a:spcPts val="0"/>
              </a:spcAft>
              <a:buClr>
                <a:srgbClr val="E6AFA9"/>
              </a:buClr>
              <a:buSzPts val="1800"/>
              <a:buFont typeface="Libre Baskerville"/>
              <a:buChar char="•"/>
              <a:defRPr sz="1800" b="0" i="0" u="none" strike="noStrike" cap="none">
                <a:solidFill>
                  <a:schemeClr val="dk1"/>
                </a:solidFill>
                <a:latin typeface="Libre Baskerville"/>
                <a:ea typeface="Libre Baskerville"/>
                <a:cs typeface="Libre Baskerville"/>
                <a:sym typeface="Libre Baskerville"/>
              </a:defRPr>
            </a:lvl8pPr>
            <a:lvl9pPr marL="4114800" marR="0" lvl="8" indent="-342900" algn="l" rtl="0">
              <a:lnSpc>
                <a:spcPct val="100000"/>
              </a:lnSpc>
              <a:spcBef>
                <a:spcPts val="370"/>
              </a:spcBef>
              <a:spcAft>
                <a:spcPts val="0"/>
              </a:spcAft>
              <a:buClr>
                <a:srgbClr val="CAABA9"/>
              </a:buClr>
              <a:buSzPts val="1800"/>
              <a:buFont typeface="Libre Baskerville"/>
              <a:buChar char="•"/>
              <a:defRPr sz="1800" b="0" i="0" u="none" strike="noStrike" cap="none">
                <a:solidFill>
                  <a:schemeClr val="dk1"/>
                </a:solidFill>
                <a:latin typeface="Libre Baskerville"/>
                <a:ea typeface="Libre Baskerville"/>
                <a:cs typeface="Libre Baskerville"/>
                <a:sym typeface="Libre Baskerville"/>
              </a:defRPr>
            </a:lvl9pPr>
          </a:lstStyle>
          <a:p>
            <a:endParaRPr/>
          </a:p>
        </p:txBody>
      </p:sp>
      <p:sp>
        <p:nvSpPr>
          <p:cNvPr id="101" name="Google Shape;101;p15"/>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Libre Baskerville"/>
                <a:ea typeface="Libre Baskerville"/>
                <a:cs typeface="Libre Baskerville"/>
                <a:sym typeface="Libre Baskerville"/>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02" name="Google Shape;102;p15"/>
          <p:cNvSpPr txBox="1">
            <a:spLocks noGrp="1"/>
          </p:cNvSpPr>
          <p:nvPr>
            <p:ph type="ftr" idx="11"/>
          </p:nvPr>
        </p:nvSpPr>
        <p:spPr>
          <a:xfrm>
            <a:off x="914400" y="6172200"/>
            <a:ext cx="3962400" cy="4572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Libre Baskerville"/>
                <a:ea typeface="Libre Baskerville"/>
                <a:cs typeface="Libre Baskerville"/>
                <a:sym typeface="Libre Baskerville"/>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03" name="Google Shape;103;p15"/>
          <p:cNvSpPr>
            <a:spLocks noGrp="1"/>
          </p:cNvSpPr>
          <p:nvPr>
            <p:ph type="sldNum" idx="12"/>
          </p:nvPr>
        </p:nvSpPr>
        <p:spPr>
          <a:xfrm>
            <a:off x="146050" y="6210300"/>
            <a:ext cx="457200" cy="457200"/>
          </a:xfrm>
          <a:prstGeom prst="ellipse">
            <a:avLst/>
          </a:prstGeom>
          <a:solidFill>
            <a:schemeClr val="accent1"/>
          </a:solidFill>
          <a:ln>
            <a:noFill/>
          </a:ln>
        </p:spPr>
        <p:txBody>
          <a:bodyPr spcFirstLastPara="1" wrap="square" lIns="0" tIns="0" rIns="0" bIns="0" anchor="ctr" anchorCtr="1">
            <a:noAutofit/>
          </a:bodyPr>
          <a:lstStyle>
            <a:lvl1pPr marL="0" marR="0" lvl="0"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1pPr>
            <a:lvl2pPr marL="0" marR="0" lvl="1"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2pPr>
            <a:lvl3pPr marL="0" marR="0" lvl="2"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3pPr>
            <a:lvl4pPr marL="0" marR="0" lvl="3"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4pPr>
            <a:lvl5pPr marL="0" marR="0" lvl="4"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5pPr>
            <a:lvl6pPr marL="0" marR="0" lvl="5"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6pPr>
            <a:lvl7pPr marL="0" marR="0" lvl="6"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7pPr>
            <a:lvl8pPr marL="0" marR="0" lvl="7"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8pPr>
            <a:lvl9pPr marL="0" marR="0" lvl="8"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9pPr>
          </a:lstStyle>
          <a:p>
            <a:pPr marL="0" lvl="0" indent="0" algn="ctr" rtl="0">
              <a:spcBef>
                <a:spcPts val="0"/>
              </a:spcBef>
              <a:spcAft>
                <a:spcPts val="0"/>
              </a:spcAft>
              <a:buNone/>
            </a:pPr>
            <a:fld id="{00000000-1234-1234-1234-123412341234}" type="slidenum">
              <a:rPr lang="en-US"/>
              <a:t>‹#›</a:t>
            </a:fld>
            <a:endParaRPr>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61"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1"/>
        <p:cNvGrpSpPr/>
        <p:nvPr/>
      </p:nvGrpSpPr>
      <p:grpSpPr>
        <a:xfrm>
          <a:off x="0" y="0"/>
          <a:ext cx="0" cy="0"/>
          <a:chOff x="0" y="0"/>
          <a:chExt cx="0" cy="0"/>
        </a:xfrm>
      </p:grpSpPr>
      <p:sp>
        <p:nvSpPr>
          <p:cNvPr id="112" name="Google Shape;112;p17"/>
          <p:cNvSpPr txBox="1"/>
          <p:nvPr/>
        </p:nvSpPr>
        <p:spPr>
          <a:xfrm>
            <a:off x="0" y="0"/>
            <a:ext cx="9144000"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13" name="Google Shape;113;p17"/>
          <p:cNvSpPr/>
          <p:nvPr/>
        </p:nvSpPr>
        <p:spPr>
          <a:xfrm>
            <a:off x="63500" y="69850"/>
            <a:ext cx="9013825" cy="6692900"/>
          </a:xfrm>
          <a:prstGeom prst="roundRect">
            <a:avLst>
              <a:gd name="adj" fmla="val 1065"/>
            </a:avLst>
          </a:prstGeom>
          <a:solidFill>
            <a:schemeClr val="lt1"/>
          </a:solidFill>
          <a:ln w="9525" cap="sq" cmpd="sng">
            <a:solidFill>
              <a:schemeClr val="dk1"/>
            </a:solidFill>
            <a:prstDash val="solid"/>
            <a:miter lim="8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14" name="Google Shape;114;p17"/>
          <p:cNvSpPr txBox="1"/>
          <p:nvPr/>
        </p:nvSpPr>
        <p:spPr>
          <a:xfrm rot="10800000" flipH="1">
            <a:off x="68262" y="4683125"/>
            <a:ext cx="9007475" cy="92075"/>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15" name="Google Shape;115;p17"/>
          <p:cNvSpPr txBox="1"/>
          <p:nvPr/>
        </p:nvSpPr>
        <p:spPr>
          <a:xfrm>
            <a:off x="68262" y="4649787"/>
            <a:ext cx="9007475" cy="46037"/>
          </a:xfrm>
          <a:prstGeom prst="rect">
            <a:avLst/>
          </a:prstGeom>
          <a:solidFill>
            <a:srgbClr val="E6B1AB"/>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16" name="Google Shape;116;p17"/>
          <p:cNvSpPr txBox="1"/>
          <p:nvPr/>
        </p:nvSpPr>
        <p:spPr>
          <a:xfrm>
            <a:off x="68262" y="4773612"/>
            <a:ext cx="9007475" cy="47625"/>
          </a:xfrm>
          <a:prstGeom prst="rect">
            <a:avLst/>
          </a:prstGeom>
          <a:solidFill>
            <a:srgbClr val="91848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17" name="Google Shape;117;p17"/>
          <p:cNvSpPr txBox="1">
            <a:spLocks noGrp="1"/>
          </p:cNvSpPr>
          <p:nvPr>
            <p:ph type="title"/>
          </p:nvPr>
        </p:nvSpPr>
        <p:spPr>
          <a:xfrm>
            <a:off x="914400" y="274637"/>
            <a:ext cx="7772400" cy="1143000"/>
          </a:xfrm>
          <a:prstGeom prst="rect">
            <a:avLst/>
          </a:prstGeom>
          <a:noFill/>
          <a:ln>
            <a:noFill/>
          </a:ln>
        </p:spPr>
        <p:txBody>
          <a:bodyPr spcFirstLastPara="1" wrap="square" lIns="91425" tIns="45700" rIns="91425" bIns="91425" anchor="b" anchorCtr="0">
            <a:noAutofit/>
          </a:bodyPr>
          <a:lstStyle>
            <a:lvl1pPr marR="0" lvl="0"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1pPr>
            <a:lvl2pPr marR="0" lvl="1"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2pPr>
            <a:lvl3pPr marR="0" lvl="2"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3pPr>
            <a:lvl4pPr marR="0" lvl="3"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4pPr>
            <a:lvl5pPr marR="0" lvl="4"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5pPr>
            <a:lvl6pPr marR="0" lvl="5"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6pPr>
            <a:lvl7pPr marR="0" lvl="6"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7pPr>
            <a:lvl8pPr marR="0" lvl="7"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8pPr>
            <a:lvl9pPr marR="0" lvl="8" algn="l" rtl="0">
              <a:lnSpc>
                <a:spcPct val="100000"/>
              </a:lnSpc>
              <a:spcBef>
                <a:spcPts val="0"/>
              </a:spcBef>
              <a:spcAft>
                <a:spcPts val="0"/>
              </a:spcAft>
              <a:buClr>
                <a:srgbClr val="000000"/>
              </a:buClr>
              <a:buSzPts val="1400"/>
              <a:buFont typeface="Arial"/>
              <a:buNone/>
              <a:defRPr sz="4000" b="0" i="0" u="none" strike="noStrike" cap="none">
                <a:solidFill>
                  <a:schemeClr val="dk2"/>
                </a:solidFill>
                <a:latin typeface="Libre Franklin"/>
                <a:ea typeface="Libre Franklin"/>
                <a:cs typeface="Libre Franklin"/>
                <a:sym typeface="Libre Franklin"/>
              </a:defRPr>
            </a:lvl9pPr>
          </a:lstStyle>
          <a:p>
            <a:endParaRPr/>
          </a:p>
        </p:txBody>
      </p:sp>
      <p:sp>
        <p:nvSpPr>
          <p:cNvPr id="118" name="Google Shape;118;p17"/>
          <p:cNvSpPr txBox="1">
            <a:spLocks noGrp="1"/>
          </p:cNvSpPr>
          <p:nvPr>
            <p:ph type="body" idx="1"/>
          </p:nvPr>
        </p:nvSpPr>
        <p:spPr>
          <a:xfrm>
            <a:off x="914400" y="1447800"/>
            <a:ext cx="7772400" cy="4572000"/>
          </a:xfrm>
          <a:prstGeom prst="rect">
            <a:avLst/>
          </a:prstGeom>
          <a:noFill/>
          <a:ln>
            <a:noFill/>
          </a:ln>
        </p:spPr>
        <p:txBody>
          <a:bodyPr spcFirstLastPara="1" wrap="square" lIns="91425" tIns="45700" rIns="91425" bIns="45700" anchor="t" anchorCtr="0">
            <a:noAutofit/>
          </a:bodyPr>
          <a:lstStyle>
            <a:lvl1pPr marL="457200" marR="0" lvl="0" indent="-368935" algn="l" rtl="0">
              <a:lnSpc>
                <a:spcPct val="100000"/>
              </a:lnSpc>
              <a:spcBef>
                <a:spcPts val="575"/>
              </a:spcBef>
              <a:spcAft>
                <a:spcPts val="0"/>
              </a:spcAft>
              <a:buClr>
                <a:schemeClr val="accent1"/>
              </a:buClr>
              <a:buSzPts val="2210"/>
              <a:buFont typeface="Noto Sans Symbols"/>
              <a:buChar char="⚫"/>
              <a:defRPr sz="2600" b="0" i="0" u="none" strike="noStrike" cap="none">
                <a:solidFill>
                  <a:schemeClr val="dk1"/>
                </a:solidFill>
                <a:latin typeface="Libre Baskerville"/>
                <a:ea typeface="Libre Baskerville"/>
                <a:cs typeface="Libre Baskerville"/>
                <a:sym typeface="Libre Baskerville"/>
              </a:defRPr>
            </a:lvl1pPr>
            <a:lvl2pPr marL="914400" marR="0" lvl="1" indent="-358140" algn="l" rtl="0">
              <a:lnSpc>
                <a:spcPct val="100000"/>
              </a:lnSpc>
              <a:spcBef>
                <a:spcPts val="375"/>
              </a:spcBef>
              <a:spcAft>
                <a:spcPts val="0"/>
              </a:spcAft>
              <a:buClr>
                <a:schemeClr val="accent2"/>
              </a:buClr>
              <a:buSzPts val="2040"/>
              <a:buFont typeface="Noto Sans Symbols"/>
              <a:buChar char="⚫"/>
              <a:defRPr sz="2400" b="0" i="0" u="none" strike="noStrike" cap="none">
                <a:solidFill>
                  <a:schemeClr val="dk1"/>
                </a:solidFill>
                <a:latin typeface="Libre Baskerville"/>
                <a:ea typeface="Libre Baskerville"/>
                <a:cs typeface="Libre Baskerville"/>
                <a:sym typeface="Libre Baskerville"/>
              </a:defRPr>
            </a:lvl2pPr>
            <a:lvl3pPr marL="1371600" marR="0" lvl="2" indent="-336550" algn="l" rtl="0">
              <a:lnSpc>
                <a:spcPct val="100000"/>
              </a:lnSpc>
              <a:spcBef>
                <a:spcPts val="375"/>
              </a:spcBef>
              <a:spcAft>
                <a:spcPts val="0"/>
              </a:spcAft>
              <a:buClr>
                <a:srgbClr val="E6B1AB"/>
              </a:buClr>
              <a:buSzPts val="1700"/>
              <a:buFont typeface="Noto Sans Symbols"/>
              <a:buChar char="⚫"/>
              <a:defRPr sz="2000" b="0" i="0" u="none" strike="noStrike" cap="none">
                <a:solidFill>
                  <a:schemeClr val="dk1"/>
                </a:solidFill>
                <a:latin typeface="Libre Baskerville"/>
                <a:ea typeface="Libre Baskerville"/>
                <a:cs typeface="Libre Baskerville"/>
                <a:sym typeface="Libre Baskerville"/>
              </a:defRPr>
            </a:lvl3pPr>
            <a:lvl4pPr marL="1828800" marR="0" lvl="3" indent="-330200" algn="l" rtl="0">
              <a:lnSpc>
                <a:spcPct val="100000"/>
              </a:lnSpc>
              <a:spcBef>
                <a:spcPts val="375"/>
              </a:spcBef>
              <a:spcAft>
                <a:spcPts val="0"/>
              </a:spcAft>
              <a:buClr>
                <a:srgbClr val="A28E6A"/>
              </a:buClr>
              <a:buSzPts val="1600"/>
              <a:buFont typeface="Noto Sans Symbols"/>
              <a:buChar char="⚫"/>
              <a:defRPr sz="2000" b="0" i="0" u="none" strike="noStrike" cap="none">
                <a:solidFill>
                  <a:schemeClr val="dk1"/>
                </a:solidFill>
                <a:latin typeface="Libre Baskerville"/>
                <a:ea typeface="Libre Baskerville"/>
                <a:cs typeface="Libre Baskerville"/>
                <a:sym typeface="Libre Baskerville"/>
              </a:defRPr>
            </a:lvl4pPr>
            <a:lvl5pPr marL="2286000" marR="0" lvl="4" indent="-355600" algn="l" rtl="0">
              <a:lnSpc>
                <a:spcPct val="100000"/>
              </a:lnSpc>
              <a:spcBef>
                <a:spcPts val="375"/>
              </a:spcBef>
              <a:spcAft>
                <a:spcPts val="0"/>
              </a:spcAft>
              <a:buClr>
                <a:srgbClr val="A28E6A"/>
              </a:buClr>
              <a:buSzPts val="2000"/>
              <a:buFont typeface="Libre Baskerville"/>
              <a:buChar char="o"/>
              <a:defRPr sz="2000" b="0" i="0" u="none" strike="noStrike" cap="none">
                <a:solidFill>
                  <a:schemeClr val="dk1"/>
                </a:solidFill>
                <a:latin typeface="Libre Baskerville"/>
                <a:ea typeface="Libre Baskerville"/>
                <a:cs typeface="Libre Baskerville"/>
                <a:sym typeface="Libre Baskerville"/>
              </a:defRPr>
            </a:lvl5pPr>
            <a:lvl6pPr marL="2743200" marR="0" lvl="5" indent="-342900" algn="l" rtl="0">
              <a:lnSpc>
                <a:spcPct val="100000"/>
              </a:lnSpc>
              <a:spcBef>
                <a:spcPts val="370"/>
              </a:spcBef>
              <a:spcAft>
                <a:spcPts val="0"/>
              </a:spcAft>
              <a:buClr>
                <a:schemeClr val="accent3"/>
              </a:buClr>
              <a:buSzPts val="1800"/>
              <a:buFont typeface="Libre Baskerville"/>
              <a:buChar char="•"/>
              <a:defRPr sz="1800" b="0" i="0" u="none" strike="noStrike" cap="none">
                <a:solidFill>
                  <a:schemeClr val="dk1"/>
                </a:solidFill>
                <a:latin typeface="Libre Baskerville"/>
                <a:ea typeface="Libre Baskerville"/>
                <a:cs typeface="Libre Baskerville"/>
                <a:sym typeface="Libre Baskerville"/>
              </a:defRPr>
            </a:lvl6pPr>
            <a:lvl7pPr marL="3200400" marR="0" lvl="6" indent="-342900" algn="l" rtl="0">
              <a:lnSpc>
                <a:spcPct val="100000"/>
              </a:lnSpc>
              <a:spcBef>
                <a:spcPts val="370"/>
              </a:spcBef>
              <a:spcAft>
                <a:spcPts val="0"/>
              </a:spcAft>
              <a:buClr>
                <a:schemeClr val="accent2"/>
              </a:buClr>
              <a:buSzPts val="1800"/>
              <a:buFont typeface="Libre Baskerville"/>
              <a:buChar char="•"/>
              <a:defRPr sz="1800" b="0" i="0" u="none" strike="noStrike" cap="none">
                <a:solidFill>
                  <a:schemeClr val="dk1"/>
                </a:solidFill>
                <a:latin typeface="Libre Baskerville"/>
                <a:ea typeface="Libre Baskerville"/>
                <a:cs typeface="Libre Baskerville"/>
                <a:sym typeface="Libre Baskerville"/>
              </a:defRPr>
            </a:lvl7pPr>
            <a:lvl8pPr marL="3657600" marR="0" lvl="7" indent="-342900" algn="l" rtl="0">
              <a:lnSpc>
                <a:spcPct val="100000"/>
              </a:lnSpc>
              <a:spcBef>
                <a:spcPts val="370"/>
              </a:spcBef>
              <a:spcAft>
                <a:spcPts val="0"/>
              </a:spcAft>
              <a:buClr>
                <a:srgbClr val="E6AFA9"/>
              </a:buClr>
              <a:buSzPts val="1800"/>
              <a:buFont typeface="Libre Baskerville"/>
              <a:buChar char="•"/>
              <a:defRPr sz="1800" b="0" i="0" u="none" strike="noStrike" cap="none">
                <a:solidFill>
                  <a:schemeClr val="dk1"/>
                </a:solidFill>
                <a:latin typeface="Libre Baskerville"/>
                <a:ea typeface="Libre Baskerville"/>
                <a:cs typeface="Libre Baskerville"/>
                <a:sym typeface="Libre Baskerville"/>
              </a:defRPr>
            </a:lvl8pPr>
            <a:lvl9pPr marL="4114800" marR="0" lvl="8" indent="-342900" algn="l" rtl="0">
              <a:lnSpc>
                <a:spcPct val="100000"/>
              </a:lnSpc>
              <a:spcBef>
                <a:spcPts val="370"/>
              </a:spcBef>
              <a:spcAft>
                <a:spcPts val="0"/>
              </a:spcAft>
              <a:buClr>
                <a:srgbClr val="CAABA9"/>
              </a:buClr>
              <a:buSzPts val="1800"/>
              <a:buFont typeface="Libre Baskerville"/>
              <a:buChar char="•"/>
              <a:defRPr sz="1800" b="0" i="0" u="none" strike="noStrike" cap="none">
                <a:solidFill>
                  <a:schemeClr val="dk1"/>
                </a:solidFill>
                <a:latin typeface="Libre Baskerville"/>
                <a:ea typeface="Libre Baskerville"/>
                <a:cs typeface="Libre Baskerville"/>
                <a:sym typeface="Libre Baskerville"/>
              </a:defRPr>
            </a:lvl9pPr>
          </a:lstStyle>
          <a:p>
            <a:endParaRPr/>
          </a:p>
        </p:txBody>
      </p:sp>
      <p:sp>
        <p:nvSpPr>
          <p:cNvPr id="119" name="Google Shape;119;p17"/>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Libre Baskerville"/>
                <a:ea typeface="Libre Baskerville"/>
                <a:cs typeface="Libre Baskerville"/>
                <a:sym typeface="Libre Baskerville"/>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20" name="Google Shape;120;p17"/>
          <p:cNvSpPr txBox="1">
            <a:spLocks noGrp="1"/>
          </p:cNvSpPr>
          <p:nvPr>
            <p:ph type="ftr" idx="11"/>
          </p:nvPr>
        </p:nvSpPr>
        <p:spPr>
          <a:xfrm>
            <a:off x="914400" y="6172200"/>
            <a:ext cx="3886200" cy="4572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chemeClr val="dk2"/>
                </a:solidFill>
                <a:latin typeface="Libre Baskerville"/>
                <a:ea typeface="Libre Baskerville"/>
                <a:cs typeface="Libre Baskerville"/>
                <a:sym typeface="Libre Baskerville"/>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21" name="Google Shape;121;p17"/>
          <p:cNvSpPr>
            <a:spLocks noGrp="1"/>
          </p:cNvSpPr>
          <p:nvPr>
            <p:ph type="sldNum" idx="12"/>
          </p:nvPr>
        </p:nvSpPr>
        <p:spPr>
          <a:xfrm>
            <a:off x="146050" y="6208712"/>
            <a:ext cx="457200" cy="457200"/>
          </a:xfrm>
          <a:prstGeom prst="ellipse">
            <a:avLst/>
          </a:prstGeom>
          <a:solidFill>
            <a:schemeClr val="accent1"/>
          </a:solidFill>
          <a:ln>
            <a:noFill/>
          </a:ln>
        </p:spPr>
        <p:txBody>
          <a:bodyPr spcFirstLastPara="1" wrap="square" lIns="0" tIns="0" rIns="0" bIns="0" anchor="ctr" anchorCtr="1">
            <a:noAutofit/>
          </a:bodyPr>
          <a:lstStyle>
            <a:lvl1pPr marL="0" marR="0" lvl="0"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1pPr>
            <a:lvl2pPr marL="0" marR="0" lvl="1"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2pPr>
            <a:lvl3pPr marL="0" marR="0" lvl="2"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3pPr>
            <a:lvl4pPr marL="0" marR="0" lvl="3"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4pPr>
            <a:lvl5pPr marL="0" marR="0" lvl="4"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5pPr>
            <a:lvl6pPr marL="0" marR="0" lvl="5"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6pPr>
            <a:lvl7pPr marL="0" marR="0" lvl="6"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7pPr>
            <a:lvl8pPr marL="0" marR="0" lvl="7"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8pPr>
            <a:lvl9pPr marL="0" marR="0" lvl="8"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9pPr>
          </a:lstStyle>
          <a:p>
            <a:pPr marL="0" lvl="0" indent="0" algn="ctr" rtl="0">
              <a:spcBef>
                <a:spcPts val="0"/>
              </a:spcBef>
              <a:spcAft>
                <a:spcPts val="0"/>
              </a:spcAft>
              <a:buNone/>
            </a:pPr>
            <a:fld id="{00000000-1234-1234-1234-123412341234}" type="slidenum">
              <a:rPr lang="en-US"/>
              <a:t>‹#›</a:t>
            </a:fld>
            <a:endParaRPr>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63"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notesSlide" Target="../notesSlides/notesSlide1.xml"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 /><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 /><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 /><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 /><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 /><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 /><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 /><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 /><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 /><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 /><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 /><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 /><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 /><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 /><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 /><Relationship Id="rId1" Type="http://schemas.openxmlformats.org/officeDocument/2006/relationships/slideLayout" Target="../slideLayouts/slideLayout2.xml" /></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 /><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1"/>
          <p:cNvSpPr txBox="1">
            <a:spLocks noGrp="1"/>
          </p:cNvSpPr>
          <p:nvPr>
            <p:ph type="subTitle" idx="1"/>
          </p:nvPr>
        </p:nvSpPr>
        <p:spPr>
          <a:xfrm>
            <a:off x="1219200" y="3048000"/>
            <a:ext cx="6400800" cy="3810000"/>
          </a:xfrm>
          <a:prstGeom prst="rect">
            <a:avLst/>
          </a:prstGeom>
          <a:noFill/>
          <a:ln>
            <a:noFill/>
          </a:ln>
        </p:spPr>
        <p:txBody>
          <a:bodyPr spcFirstLastPara="1" wrap="square" lIns="91425" tIns="45700" rIns="91425" bIns="45700" anchor="t" anchorCtr="0">
            <a:normAutofit/>
          </a:bodyPr>
          <a:lstStyle/>
          <a:p>
            <a:pPr marL="0" lvl="0" indent="0" algn="ctr" rtl="0">
              <a:lnSpc>
                <a:spcPct val="80000"/>
              </a:lnSpc>
              <a:spcBef>
                <a:spcPts val="0"/>
              </a:spcBef>
              <a:spcAft>
                <a:spcPts val="0"/>
              </a:spcAft>
              <a:buSzPts val="1530"/>
              <a:buNone/>
            </a:pPr>
            <a:r>
              <a:rPr lang="en-US" sz="1800" b="1" i="0" u="none" dirty="0">
                <a:solidFill>
                  <a:schemeClr val="dk1"/>
                </a:solidFill>
                <a:latin typeface="Times New Roman"/>
                <a:ea typeface="Times New Roman"/>
                <a:cs typeface="Times New Roman"/>
                <a:sym typeface="Times New Roman"/>
              </a:rPr>
              <a:t>Presented By</a:t>
            </a:r>
            <a:endParaRPr dirty="0"/>
          </a:p>
          <a:p>
            <a:pPr marL="0" lvl="0" indent="0" algn="ctr" rtl="0">
              <a:lnSpc>
                <a:spcPct val="80000"/>
              </a:lnSpc>
              <a:spcBef>
                <a:spcPts val="500"/>
              </a:spcBef>
              <a:spcAft>
                <a:spcPts val="0"/>
              </a:spcAft>
              <a:buSzPts val="1700"/>
              <a:buNone/>
            </a:pPr>
            <a:r>
              <a:rPr lang="en-US" sz="2000" b="1" i="0" u="none" dirty="0">
                <a:solidFill>
                  <a:schemeClr val="dk2"/>
                </a:solidFill>
                <a:latin typeface="Times New Roman"/>
                <a:ea typeface="Times New Roman"/>
                <a:cs typeface="Times New Roman"/>
                <a:sym typeface="Times New Roman"/>
              </a:rPr>
              <a:t>Mr. Om Sanjay Hire</a:t>
            </a:r>
            <a:endParaRPr dirty="0"/>
          </a:p>
          <a:p>
            <a:pPr marL="0" lvl="0" indent="0" algn="ctr" rtl="0">
              <a:lnSpc>
                <a:spcPct val="80000"/>
              </a:lnSpc>
              <a:spcBef>
                <a:spcPts val="500"/>
              </a:spcBef>
              <a:spcAft>
                <a:spcPts val="0"/>
              </a:spcAft>
              <a:buSzPts val="1530"/>
              <a:buNone/>
            </a:pPr>
            <a:r>
              <a:rPr lang="en-US" sz="1800" b="0" i="0" u="none" dirty="0">
                <a:solidFill>
                  <a:schemeClr val="dk2"/>
                </a:solidFill>
                <a:latin typeface="Times New Roman"/>
                <a:ea typeface="Times New Roman"/>
                <a:cs typeface="Times New Roman"/>
                <a:sym typeface="Times New Roman"/>
              </a:rPr>
              <a:t>TE (COMP) Div: A</a:t>
            </a:r>
            <a:endParaRPr dirty="0"/>
          </a:p>
          <a:p>
            <a:pPr marL="0" lvl="0" indent="0" algn="ctr" rtl="0">
              <a:lnSpc>
                <a:spcPct val="80000"/>
              </a:lnSpc>
              <a:spcBef>
                <a:spcPts val="500"/>
              </a:spcBef>
              <a:spcAft>
                <a:spcPts val="0"/>
              </a:spcAft>
              <a:buSzPts val="1530"/>
              <a:buNone/>
            </a:pPr>
            <a:r>
              <a:rPr lang="en-US" sz="1800" b="0" i="0" u="none" dirty="0">
                <a:solidFill>
                  <a:schemeClr val="dk2"/>
                </a:solidFill>
                <a:latin typeface="Times New Roman"/>
                <a:ea typeface="Times New Roman"/>
                <a:cs typeface="Times New Roman"/>
                <a:sym typeface="Times New Roman"/>
              </a:rPr>
              <a:t>Roll No. : 43</a:t>
            </a:r>
            <a:endParaRPr dirty="0"/>
          </a:p>
          <a:p>
            <a:pPr marL="0" lvl="0" indent="0" algn="ctr" rtl="0">
              <a:lnSpc>
                <a:spcPct val="80000"/>
              </a:lnSpc>
              <a:spcBef>
                <a:spcPts val="500"/>
              </a:spcBef>
              <a:spcAft>
                <a:spcPts val="0"/>
              </a:spcAft>
              <a:buSzPts val="1360"/>
              <a:buNone/>
            </a:pPr>
            <a:r>
              <a:rPr lang="en-US" sz="1600" b="0" i="0" u="none" dirty="0">
                <a:solidFill>
                  <a:schemeClr val="dk2"/>
                </a:solidFill>
                <a:latin typeface="Times New Roman"/>
                <a:ea typeface="Times New Roman"/>
                <a:cs typeface="Times New Roman"/>
                <a:sym typeface="Times New Roman"/>
              </a:rPr>
              <a:t>Academic Year 202</a:t>
            </a:r>
            <a:r>
              <a:rPr lang="en-US" sz="1600" dirty="0">
                <a:latin typeface="Times New Roman"/>
                <a:ea typeface="Times New Roman"/>
                <a:cs typeface="Times New Roman"/>
                <a:sym typeface="Times New Roman"/>
              </a:rPr>
              <a:t>6</a:t>
            </a:r>
            <a:r>
              <a:rPr lang="en-US" sz="1600" b="0" i="0" u="none" dirty="0">
                <a:solidFill>
                  <a:schemeClr val="dk2"/>
                </a:solidFill>
                <a:latin typeface="Times New Roman"/>
                <a:ea typeface="Times New Roman"/>
                <a:cs typeface="Times New Roman"/>
                <a:sym typeface="Times New Roman"/>
              </a:rPr>
              <a:t>-2</a:t>
            </a:r>
            <a:r>
              <a:rPr lang="en-US" sz="1600" dirty="0">
                <a:latin typeface="Times New Roman"/>
                <a:ea typeface="Times New Roman"/>
                <a:cs typeface="Times New Roman"/>
                <a:sym typeface="Times New Roman"/>
              </a:rPr>
              <a:t>7</a:t>
            </a:r>
            <a:endParaRPr dirty="0"/>
          </a:p>
          <a:p>
            <a:pPr marL="0" lvl="0" indent="0" algn="ctr" rtl="0">
              <a:lnSpc>
                <a:spcPct val="80000"/>
              </a:lnSpc>
              <a:spcBef>
                <a:spcPts val="500"/>
              </a:spcBef>
              <a:spcAft>
                <a:spcPts val="0"/>
              </a:spcAft>
              <a:buSzPts val="1445"/>
              <a:buNone/>
            </a:pPr>
            <a:r>
              <a:rPr lang="en-US" sz="1700" b="1" i="0" u="none" dirty="0">
                <a:solidFill>
                  <a:schemeClr val="dk1"/>
                </a:solidFill>
                <a:latin typeface="Times New Roman"/>
                <a:ea typeface="Times New Roman"/>
                <a:cs typeface="Times New Roman"/>
                <a:sym typeface="Times New Roman"/>
              </a:rPr>
              <a:t>Under the Guidance of</a:t>
            </a:r>
            <a:endParaRPr dirty="0"/>
          </a:p>
          <a:p>
            <a:pPr marL="0" lvl="0" indent="0" algn="ctr" rtl="0">
              <a:lnSpc>
                <a:spcPct val="80000"/>
              </a:lnSpc>
              <a:spcBef>
                <a:spcPts val="500"/>
              </a:spcBef>
              <a:spcAft>
                <a:spcPts val="0"/>
              </a:spcAft>
              <a:buSzPts val="1615"/>
              <a:buNone/>
            </a:pPr>
            <a:r>
              <a:rPr lang="en-US" sz="1900" b="1" i="0" u="none" dirty="0">
                <a:solidFill>
                  <a:schemeClr val="dk2"/>
                </a:solidFill>
                <a:latin typeface="Times New Roman"/>
                <a:ea typeface="Times New Roman"/>
                <a:cs typeface="Times New Roman"/>
                <a:sym typeface="Times New Roman"/>
              </a:rPr>
              <a:t>Dr. </a:t>
            </a:r>
            <a:r>
              <a:rPr lang="en-US" sz="1900" b="1" i="0" u="none" dirty="0" err="1">
                <a:solidFill>
                  <a:schemeClr val="dk2"/>
                </a:solidFill>
                <a:latin typeface="Times New Roman"/>
                <a:ea typeface="Times New Roman"/>
                <a:cs typeface="Times New Roman"/>
                <a:sym typeface="Times New Roman"/>
              </a:rPr>
              <a:t>Shwetal</a:t>
            </a:r>
            <a:r>
              <a:rPr lang="en-US" sz="1900" b="1" i="0" u="none" dirty="0">
                <a:solidFill>
                  <a:schemeClr val="dk2"/>
                </a:solidFill>
                <a:latin typeface="Times New Roman"/>
                <a:ea typeface="Times New Roman"/>
                <a:cs typeface="Times New Roman"/>
                <a:sym typeface="Times New Roman"/>
              </a:rPr>
              <a:t> K. Patil</a:t>
            </a:r>
            <a:endParaRPr dirty="0"/>
          </a:p>
          <a:p>
            <a:pPr marL="0" lvl="0" indent="0" algn="ctr" rtl="0">
              <a:lnSpc>
                <a:spcPct val="80000"/>
              </a:lnSpc>
              <a:spcBef>
                <a:spcPts val="500"/>
              </a:spcBef>
              <a:spcAft>
                <a:spcPts val="0"/>
              </a:spcAft>
              <a:buSzPts val="935"/>
              <a:buNone/>
            </a:pPr>
            <a:endParaRPr sz="1100" b="0" i="0" u="none" dirty="0">
              <a:solidFill>
                <a:schemeClr val="dk2"/>
              </a:solidFill>
              <a:latin typeface="Times New Roman"/>
              <a:ea typeface="Times New Roman"/>
              <a:cs typeface="Times New Roman"/>
              <a:sym typeface="Times New Roman"/>
            </a:endParaRPr>
          </a:p>
          <a:p>
            <a:pPr marL="0" lvl="0" indent="0" algn="ctr" rtl="0">
              <a:lnSpc>
                <a:spcPct val="80000"/>
              </a:lnSpc>
              <a:spcBef>
                <a:spcPts val="500"/>
              </a:spcBef>
              <a:spcAft>
                <a:spcPts val="0"/>
              </a:spcAft>
              <a:buSzPts val="1020"/>
              <a:buNone/>
            </a:pPr>
            <a:r>
              <a:rPr lang="en-US" sz="1200" b="0" i="0" u="none" dirty="0">
                <a:solidFill>
                  <a:schemeClr val="dk1"/>
                </a:solidFill>
                <a:latin typeface="Times New Roman"/>
                <a:ea typeface="Times New Roman"/>
                <a:cs typeface="Times New Roman"/>
                <a:sym typeface="Times New Roman"/>
              </a:rPr>
              <a:t>"</a:t>
            </a:r>
            <a:r>
              <a:rPr lang="en-US" sz="1100" b="1" dirty="0">
                <a:solidFill>
                  <a:schemeClr val="dk1"/>
                </a:solidFill>
                <a:highlight>
                  <a:srgbClr val="FFFFFF"/>
                </a:highlight>
                <a:latin typeface="Times New Roman" panose="02020603050405020304" pitchFamily="18" charset="0"/>
                <a:ea typeface="Arial"/>
                <a:cs typeface="Times New Roman" panose="02020603050405020304" pitchFamily="18" charset="0"/>
                <a:sym typeface="Arial"/>
              </a:rPr>
              <a:t>To achieve techno-social excellence by fostering innovative, sustainable and ubiquitous computing solutions for societal needs</a:t>
            </a:r>
            <a:r>
              <a:rPr lang="en-US" sz="1100" dirty="0">
                <a:solidFill>
                  <a:schemeClr val="dk1"/>
                </a:solidFill>
                <a:latin typeface="Times New Roman" panose="02020603050405020304" pitchFamily="18" charset="0"/>
                <a:ea typeface="Arial"/>
                <a:cs typeface="Times New Roman" panose="02020603050405020304" pitchFamily="18" charset="0"/>
                <a:sym typeface="Arial"/>
              </a:rPr>
              <a:t> </a:t>
            </a:r>
            <a:r>
              <a:rPr lang="en-US" sz="1200" b="0" u="none" dirty="0">
                <a:solidFill>
                  <a:schemeClr val="dk1"/>
                </a:solidFill>
                <a:latin typeface="Times New Roman" panose="02020603050405020304" pitchFamily="18" charset="0"/>
                <a:ea typeface="Times New Roman"/>
                <a:cs typeface="Times New Roman" panose="02020603050405020304" pitchFamily="18" charset="0"/>
                <a:sym typeface="Times New Roman"/>
              </a:rPr>
              <a:t>"</a:t>
            </a:r>
            <a:endParaRPr dirty="0">
              <a:solidFill>
                <a:schemeClr val="dk1"/>
              </a:solidFill>
              <a:latin typeface="Times New Roman" panose="02020603050405020304" pitchFamily="18" charset="0"/>
              <a:cs typeface="Times New Roman" panose="02020603050405020304" pitchFamily="18" charset="0"/>
            </a:endParaRPr>
          </a:p>
          <a:p>
            <a:pPr marL="0" lvl="0" indent="0" algn="ctr" rtl="0">
              <a:lnSpc>
                <a:spcPct val="80000"/>
              </a:lnSpc>
              <a:spcBef>
                <a:spcPts val="500"/>
              </a:spcBef>
              <a:spcAft>
                <a:spcPts val="0"/>
              </a:spcAft>
              <a:buSzPts val="1530"/>
              <a:buNone/>
            </a:pPr>
            <a:r>
              <a:rPr lang="en-US" sz="1800" b="1" i="0" u="none" dirty="0">
                <a:solidFill>
                  <a:schemeClr val="dk1"/>
                </a:solidFill>
                <a:latin typeface="Times New Roman"/>
                <a:ea typeface="Times New Roman"/>
                <a:cs typeface="Times New Roman"/>
                <a:sym typeface="Times New Roman"/>
              </a:rPr>
              <a:t>Department of Computer Engineering</a:t>
            </a:r>
            <a:endParaRPr sz="1800" b="1" dirty="0">
              <a:solidFill>
                <a:schemeClr val="dk1"/>
              </a:solidFill>
              <a:latin typeface="Times New Roman"/>
              <a:ea typeface="Times New Roman"/>
              <a:cs typeface="Times New Roman"/>
              <a:sym typeface="Times New Roman"/>
            </a:endParaRPr>
          </a:p>
          <a:p>
            <a:pPr marL="0" lvl="0" indent="0">
              <a:lnSpc>
                <a:spcPct val="80000"/>
              </a:lnSpc>
              <a:spcBef>
                <a:spcPts val="500"/>
              </a:spcBef>
              <a:buSzPts val="1105"/>
            </a:pPr>
            <a:r>
              <a:rPr lang="en-US" sz="1300" b="0" i="0" u="none" dirty="0">
                <a:solidFill>
                  <a:schemeClr val="dk1"/>
                </a:solidFill>
                <a:latin typeface="Times New Roman"/>
                <a:ea typeface="Times New Roman"/>
                <a:cs typeface="Times New Roman"/>
                <a:sym typeface="Times New Roman"/>
              </a:rPr>
              <a:t>“</a:t>
            </a:r>
            <a:r>
              <a:rPr lang="en-US" sz="1300" dirty="0">
                <a:solidFill>
                  <a:schemeClr val="dk1"/>
                </a:solidFill>
                <a:latin typeface="Times New Roman"/>
                <a:ea typeface="Times New Roman"/>
                <a:cs typeface="Times New Roman"/>
                <a:sym typeface="Times New Roman"/>
              </a:rPr>
              <a:t>To be a premier institute of techno-social excellence for welfare of society.”</a:t>
            </a:r>
            <a:endParaRPr sz="1300" dirty="0">
              <a:solidFill>
                <a:schemeClr val="dk1"/>
              </a:solidFill>
              <a:latin typeface="Times New Roman"/>
              <a:ea typeface="Times New Roman"/>
              <a:cs typeface="Times New Roman"/>
              <a:sym typeface="Times New Roman"/>
            </a:endParaRPr>
          </a:p>
          <a:p>
            <a:pPr marL="0" lvl="0" indent="0" algn="ctr" rtl="0">
              <a:lnSpc>
                <a:spcPct val="80000"/>
              </a:lnSpc>
              <a:spcBef>
                <a:spcPts val="500"/>
              </a:spcBef>
              <a:spcAft>
                <a:spcPts val="0"/>
              </a:spcAft>
              <a:buSzPts val="1360"/>
              <a:buNone/>
            </a:pPr>
            <a:r>
              <a:rPr lang="en-US" sz="1600" b="1" i="0" u="none" dirty="0">
                <a:solidFill>
                  <a:schemeClr val="dk1"/>
                </a:solidFill>
                <a:latin typeface="Times New Roman"/>
                <a:ea typeface="Times New Roman"/>
                <a:cs typeface="Times New Roman"/>
                <a:sym typeface="Times New Roman"/>
              </a:rPr>
              <a:t>Marathwada Mitra Mandal’s</a:t>
            </a:r>
            <a:endParaRPr dirty="0"/>
          </a:p>
          <a:p>
            <a:pPr marL="0" lvl="0" indent="0" algn="ctr" rtl="0">
              <a:lnSpc>
                <a:spcPct val="80000"/>
              </a:lnSpc>
              <a:spcBef>
                <a:spcPts val="500"/>
              </a:spcBef>
              <a:spcAft>
                <a:spcPts val="0"/>
              </a:spcAft>
              <a:buSzPts val="1105"/>
              <a:buNone/>
            </a:pPr>
            <a:r>
              <a:rPr lang="en-US" sz="1300" b="1" i="0" u="none" dirty="0">
                <a:solidFill>
                  <a:schemeClr val="dk1"/>
                </a:solidFill>
                <a:latin typeface="Times New Roman"/>
                <a:ea typeface="Times New Roman"/>
                <a:cs typeface="Times New Roman"/>
                <a:sym typeface="Times New Roman"/>
              </a:rPr>
              <a:t>INSTITUTE OF TECHNOLOGY (MMIT)</a:t>
            </a:r>
            <a:endParaRPr dirty="0"/>
          </a:p>
          <a:p>
            <a:pPr marL="0" lvl="0" indent="0" algn="ctr" rtl="0">
              <a:lnSpc>
                <a:spcPct val="80000"/>
              </a:lnSpc>
              <a:spcBef>
                <a:spcPts val="500"/>
              </a:spcBef>
              <a:spcAft>
                <a:spcPts val="0"/>
              </a:spcAft>
              <a:buSzPts val="1105"/>
              <a:buNone/>
            </a:pPr>
            <a:r>
              <a:rPr lang="en-US" sz="1300" b="1" i="0" u="none" dirty="0" err="1">
                <a:solidFill>
                  <a:schemeClr val="dk1"/>
                </a:solidFill>
                <a:latin typeface="Times New Roman"/>
                <a:ea typeface="Times New Roman"/>
                <a:cs typeface="Times New Roman"/>
                <a:sym typeface="Times New Roman"/>
              </a:rPr>
              <a:t>Lohgaon</a:t>
            </a:r>
            <a:r>
              <a:rPr lang="en-US" sz="1300" b="1" i="0" u="none" dirty="0">
                <a:solidFill>
                  <a:schemeClr val="dk1"/>
                </a:solidFill>
                <a:latin typeface="Times New Roman"/>
                <a:ea typeface="Times New Roman"/>
                <a:cs typeface="Times New Roman"/>
                <a:sym typeface="Times New Roman"/>
              </a:rPr>
              <a:t>, Pune-411047</a:t>
            </a:r>
            <a:endParaRPr dirty="0"/>
          </a:p>
          <a:p>
            <a:pPr marL="0" lvl="0" indent="0" algn="ctr" rtl="0">
              <a:lnSpc>
                <a:spcPct val="100000"/>
              </a:lnSpc>
              <a:spcBef>
                <a:spcPts val="575"/>
              </a:spcBef>
              <a:spcAft>
                <a:spcPts val="0"/>
              </a:spcAft>
              <a:buSzPts val="1105"/>
              <a:buNone/>
            </a:pPr>
            <a:endParaRPr sz="1300" b="1" i="0" u="none" dirty="0">
              <a:solidFill>
                <a:schemeClr val="dk1"/>
              </a:solidFill>
              <a:latin typeface="Times New Roman"/>
              <a:ea typeface="Times New Roman"/>
              <a:cs typeface="Times New Roman"/>
              <a:sym typeface="Times New Roman"/>
            </a:endParaRPr>
          </a:p>
        </p:txBody>
      </p:sp>
      <p:sp>
        <p:nvSpPr>
          <p:cNvPr id="135" name="Google Shape;135;p1"/>
          <p:cNvSpPr txBox="1">
            <a:spLocks noGrp="1"/>
          </p:cNvSpPr>
          <p:nvPr>
            <p:ph type="ctrTitle"/>
          </p:nvPr>
        </p:nvSpPr>
        <p:spPr>
          <a:xfrm>
            <a:off x="457200" y="1524000"/>
            <a:ext cx="8229600" cy="1470025"/>
          </a:xfrm>
          <a:prstGeom prst="rect">
            <a:avLst/>
          </a:prstGeom>
          <a:noFill/>
          <a:ln>
            <a:noFill/>
          </a:ln>
        </p:spPr>
        <p:txBody>
          <a:bodyPr spcFirstLastPara="1" wrap="square" lIns="91425" tIns="45700" rIns="91425" bIns="91425" anchor="ctr" anchorCtr="0">
            <a:noAutofit/>
          </a:bodyPr>
          <a:lstStyle/>
          <a:p>
            <a:pPr marL="0" lvl="0" indent="0" algn="ctr" rtl="0">
              <a:lnSpc>
                <a:spcPct val="100000"/>
              </a:lnSpc>
              <a:spcBef>
                <a:spcPts val="0"/>
              </a:spcBef>
              <a:spcAft>
                <a:spcPts val="0"/>
              </a:spcAft>
              <a:buClr>
                <a:srgbClr val="FFFFFF"/>
              </a:buClr>
              <a:buSzPts val="4000"/>
              <a:buFont typeface="Times New Roman"/>
              <a:buNone/>
            </a:pPr>
            <a:r>
              <a:rPr lang="en-US" sz="4000" b="1" i="0" u="none">
                <a:solidFill>
                  <a:srgbClr val="FFFFFF"/>
                </a:solidFill>
                <a:latin typeface="Times New Roman"/>
                <a:ea typeface="Times New Roman"/>
                <a:cs typeface="Times New Roman"/>
                <a:sym typeface="Times New Roman"/>
              </a:rPr>
              <a:t>AI-Powered</a:t>
            </a:r>
            <a:br>
              <a:rPr lang="en-US" sz="4000" b="1" i="0" u="none">
                <a:solidFill>
                  <a:srgbClr val="FFFFFF"/>
                </a:solidFill>
                <a:latin typeface="Times New Roman"/>
                <a:ea typeface="Times New Roman"/>
                <a:cs typeface="Times New Roman"/>
                <a:sym typeface="Times New Roman"/>
              </a:rPr>
            </a:br>
            <a:r>
              <a:rPr lang="en-US" sz="4000" b="1" i="0" u="none">
                <a:solidFill>
                  <a:srgbClr val="FFFFFF"/>
                </a:solidFill>
                <a:latin typeface="Times New Roman"/>
                <a:ea typeface="Times New Roman"/>
                <a:cs typeface="Times New Roman"/>
                <a:sym typeface="Times New Roman"/>
              </a:rPr>
              <a:t>Smart Worker Finder</a:t>
            </a:r>
            <a:endParaRPr/>
          </a:p>
        </p:txBody>
      </p:sp>
      <p:pic>
        <p:nvPicPr>
          <p:cNvPr id="136" name="Google Shape;136;p1"/>
          <p:cNvPicPr preferRelativeResize="0"/>
          <p:nvPr/>
        </p:nvPicPr>
        <p:blipFill rotWithShape="1">
          <a:blip r:embed="rId3">
            <a:alphaModFix/>
          </a:blip>
          <a:srcRect/>
          <a:stretch/>
        </p:blipFill>
        <p:spPr>
          <a:xfrm>
            <a:off x="3951387" y="181400"/>
            <a:ext cx="1052512" cy="1143000"/>
          </a:xfrm>
          <a:prstGeom prst="rect">
            <a:avLst/>
          </a:prstGeom>
          <a:noFill/>
          <a:ln>
            <a:noFill/>
          </a:ln>
        </p:spPr>
      </p:pic>
      <p:sp>
        <p:nvSpPr>
          <p:cNvPr id="137" name="Google Shape;137;p1"/>
          <p:cNvSpPr/>
          <p:nvPr/>
        </p:nvSpPr>
        <p:spPr>
          <a:xfrm>
            <a:off x="-914400" y="1389888"/>
            <a:ext cx="502920" cy="1581912"/>
          </a:xfrm>
          <a:prstGeom prst="parallelogram">
            <a:avLst>
              <a:gd name="adj" fmla="val 40000"/>
            </a:avLst>
          </a:prstGeom>
          <a:solidFill>
            <a:schemeClr val="lt1">
              <a:alpha val="27843"/>
            </a:schemeClr>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withEffect">
                                  <p:stCondLst>
                                    <p:cond delay="0"/>
                                  </p:stCondLst>
                                  <p:childTnLst>
                                    <p:set>
                                      <p:cBhvr>
                                        <p:cTn id="6" dur="1" fill="hold">
                                          <p:stCondLst>
                                            <p:cond delay="0"/>
                                          </p:stCondLst>
                                        </p:cTn>
                                        <p:tgtEl>
                                          <p:spTgt spid="136"/>
                                        </p:tgtEl>
                                        <p:attrNameLst>
                                          <p:attrName>style.visibility</p:attrName>
                                        </p:attrNameLst>
                                      </p:cBhvr>
                                      <p:to>
                                        <p:strVal val="visible"/>
                                      </p:to>
                                    </p:set>
                                    <p:anim calcmode="lin" valueType="num">
                                      <p:cBhvr additive="base">
                                        <p:cTn id="7" dur="700"/>
                                        <p:tgtEl>
                                          <p:spTgt spid="136"/>
                                        </p:tgtEl>
                                        <p:attrNameLst>
                                          <p:attrName>ppt_w</p:attrName>
                                        </p:attrNameLst>
                                      </p:cBhvr>
                                      <p:tavLst>
                                        <p:tav tm="0">
                                          <p:val>
                                            <p:strVal val="0"/>
                                          </p:val>
                                        </p:tav>
                                        <p:tav tm="100000">
                                          <p:val>
                                            <p:strVal val="#ppt_w"/>
                                          </p:val>
                                        </p:tav>
                                      </p:tavLst>
                                    </p:anim>
                                    <p:anim calcmode="lin" valueType="num">
                                      <p:cBhvr additive="base">
                                        <p:cTn id="8" dur="700"/>
                                        <p:tgtEl>
                                          <p:spTgt spid="136"/>
                                        </p:tgtEl>
                                        <p:attrNameLst>
                                          <p:attrName>ppt_h</p:attrName>
                                        </p:attrNameLst>
                                      </p:cBhvr>
                                      <p:tavLst>
                                        <p:tav tm="0">
                                          <p:val>
                                            <p:strVal val="0"/>
                                          </p:val>
                                        </p:tav>
                                        <p:tav tm="100000">
                                          <p:val>
                                            <p:strVal val="#ppt_h"/>
                                          </p:val>
                                        </p:tav>
                                      </p:tavLst>
                                    </p:anim>
                                  </p:childTnLst>
                                </p:cTn>
                              </p:par>
                              <p:par>
                                <p:cTn id="9" presetID="10" presetClass="entr" presetSubtype="0" fill="hold" nodeType="withEffect">
                                  <p:stCondLst>
                                    <p:cond delay="300"/>
                                  </p:stCondLst>
                                  <p:childTnLst>
                                    <p:set>
                                      <p:cBhvr>
                                        <p:cTn id="10" dur="1" fill="hold">
                                          <p:stCondLst>
                                            <p:cond delay="0"/>
                                          </p:stCondLst>
                                        </p:cTn>
                                        <p:tgtEl>
                                          <p:spTgt spid="135"/>
                                        </p:tgtEl>
                                        <p:attrNameLst>
                                          <p:attrName>style.visibility</p:attrName>
                                        </p:attrNameLst>
                                      </p:cBhvr>
                                      <p:to>
                                        <p:strVal val="visible"/>
                                      </p:to>
                                    </p:set>
                                    <p:animEffect transition="in" filter="fade">
                                      <p:cBhvr>
                                        <p:cTn id="11" dur="900"/>
                                        <p:tgtEl>
                                          <p:spTgt spid="135"/>
                                        </p:tgtEl>
                                      </p:cBhvr>
                                    </p:animEffect>
                                  </p:childTnLst>
                                </p:cTn>
                              </p:par>
                              <p:par>
                                <p:cTn id="12" presetID="10" presetClass="entr" presetSubtype="0" fill="hold" nodeType="withEffect">
                                  <p:stCondLst>
                                    <p:cond delay="800"/>
                                  </p:stCondLst>
                                  <p:childTnLst>
                                    <p:set>
                                      <p:cBhvr>
                                        <p:cTn id="13" dur="1" fill="hold">
                                          <p:stCondLst>
                                            <p:cond delay="0"/>
                                          </p:stCondLst>
                                        </p:cTn>
                                        <p:tgtEl>
                                          <p:spTgt spid="134">
                                            <p:txEl>
                                              <p:pRg st="0" end="0"/>
                                            </p:txEl>
                                          </p:spTgt>
                                        </p:tgtEl>
                                        <p:attrNameLst>
                                          <p:attrName>style.visibility</p:attrName>
                                        </p:attrNameLst>
                                      </p:cBhvr>
                                      <p:to>
                                        <p:strVal val="visible"/>
                                      </p:to>
                                    </p:set>
                                    <p:animEffect transition="in" filter="fade">
                                      <p:cBhvr>
                                        <p:cTn id="14" dur="500"/>
                                        <p:tgtEl>
                                          <p:spTgt spid="134">
                                            <p:txEl>
                                              <p:pRg st="0" end="0"/>
                                            </p:txEl>
                                          </p:spTgt>
                                        </p:tgtEl>
                                      </p:cBhvr>
                                    </p:animEffect>
                                  </p:childTnLst>
                                </p:cTn>
                              </p:par>
                              <p:par>
                                <p:cTn id="15" presetID="10" presetClass="entr" presetSubtype="0" fill="hold" nodeType="withEffect">
                                  <p:stCondLst>
                                    <p:cond delay="800"/>
                                  </p:stCondLst>
                                  <p:childTnLst>
                                    <p:set>
                                      <p:cBhvr>
                                        <p:cTn id="16" dur="1" fill="hold">
                                          <p:stCondLst>
                                            <p:cond delay="0"/>
                                          </p:stCondLst>
                                        </p:cTn>
                                        <p:tgtEl>
                                          <p:spTgt spid="134">
                                            <p:txEl>
                                              <p:pRg st="1" end="1"/>
                                            </p:txEl>
                                          </p:spTgt>
                                        </p:tgtEl>
                                        <p:attrNameLst>
                                          <p:attrName>style.visibility</p:attrName>
                                        </p:attrNameLst>
                                      </p:cBhvr>
                                      <p:to>
                                        <p:strVal val="visible"/>
                                      </p:to>
                                    </p:set>
                                    <p:animEffect transition="in" filter="fade">
                                      <p:cBhvr>
                                        <p:cTn id="17" dur="500"/>
                                        <p:tgtEl>
                                          <p:spTgt spid="134">
                                            <p:txEl>
                                              <p:pRg st="1" end="1"/>
                                            </p:txEl>
                                          </p:spTgt>
                                        </p:tgtEl>
                                      </p:cBhvr>
                                    </p:animEffect>
                                  </p:childTnLst>
                                </p:cTn>
                              </p:par>
                              <p:par>
                                <p:cTn id="18" presetID="10" presetClass="entr" presetSubtype="0" fill="hold" nodeType="withEffect">
                                  <p:stCondLst>
                                    <p:cond delay="800"/>
                                  </p:stCondLst>
                                  <p:childTnLst>
                                    <p:set>
                                      <p:cBhvr>
                                        <p:cTn id="19" dur="1" fill="hold">
                                          <p:stCondLst>
                                            <p:cond delay="0"/>
                                          </p:stCondLst>
                                        </p:cTn>
                                        <p:tgtEl>
                                          <p:spTgt spid="134">
                                            <p:txEl>
                                              <p:pRg st="2" end="2"/>
                                            </p:txEl>
                                          </p:spTgt>
                                        </p:tgtEl>
                                        <p:attrNameLst>
                                          <p:attrName>style.visibility</p:attrName>
                                        </p:attrNameLst>
                                      </p:cBhvr>
                                      <p:to>
                                        <p:strVal val="visible"/>
                                      </p:to>
                                    </p:set>
                                    <p:animEffect transition="in" filter="fade">
                                      <p:cBhvr>
                                        <p:cTn id="20" dur="500"/>
                                        <p:tgtEl>
                                          <p:spTgt spid="134">
                                            <p:txEl>
                                              <p:pRg st="2" end="2"/>
                                            </p:txEl>
                                          </p:spTgt>
                                        </p:tgtEl>
                                      </p:cBhvr>
                                    </p:animEffect>
                                  </p:childTnLst>
                                </p:cTn>
                              </p:par>
                              <p:par>
                                <p:cTn id="21" presetID="10" presetClass="entr" presetSubtype="0" fill="hold" nodeType="withEffect">
                                  <p:stCondLst>
                                    <p:cond delay="800"/>
                                  </p:stCondLst>
                                  <p:childTnLst>
                                    <p:set>
                                      <p:cBhvr>
                                        <p:cTn id="22" dur="1" fill="hold">
                                          <p:stCondLst>
                                            <p:cond delay="0"/>
                                          </p:stCondLst>
                                        </p:cTn>
                                        <p:tgtEl>
                                          <p:spTgt spid="134">
                                            <p:txEl>
                                              <p:pRg st="3" end="3"/>
                                            </p:txEl>
                                          </p:spTgt>
                                        </p:tgtEl>
                                        <p:attrNameLst>
                                          <p:attrName>style.visibility</p:attrName>
                                        </p:attrNameLst>
                                      </p:cBhvr>
                                      <p:to>
                                        <p:strVal val="visible"/>
                                      </p:to>
                                    </p:set>
                                    <p:animEffect transition="in" filter="fade">
                                      <p:cBhvr>
                                        <p:cTn id="23" dur="500"/>
                                        <p:tgtEl>
                                          <p:spTgt spid="134">
                                            <p:txEl>
                                              <p:pRg st="3" end="3"/>
                                            </p:txEl>
                                          </p:spTgt>
                                        </p:tgtEl>
                                      </p:cBhvr>
                                    </p:animEffect>
                                  </p:childTnLst>
                                </p:cTn>
                              </p:par>
                              <p:par>
                                <p:cTn id="24" presetID="10" presetClass="entr" presetSubtype="0" fill="hold" nodeType="withEffect">
                                  <p:stCondLst>
                                    <p:cond delay="800"/>
                                  </p:stCondLst>
                                  <p:childTnLst>
                                    <p:set>
                                      <p:cBhvr>
                                        <p:cTn id="25" dur="1" fill="hold">
                                          <p:stCondLst>
                                            <p:cond delay="0"/>
                                          </p:stCondLst>
                                        </p:cTn>
                                        <p:tgtEl>
                                          <p:spTgt spid="134">
                                            <p:txEl>
                                              <p:pRg st="4" end="4"/>
                                            </p:txEl>
                                          </p:spTgt>
                                        </p:tgtEl>
                                        <p:attrNameLst>
                                          <p:attrName>style.visibility</p:attrName>
                                        </p:attrNameLst>
                                      </p:cBhvr>
                                      <p:to>
                                        <p:strVal val="visible"/>
                                      </p:to>
                                    </p:set>
                                    <p:animEffect transition="in" filter="fade">
                                      <p:cBhvr>
                                        <p:cTn id="26" dur="500"/>
                                        <p:tgtEl>
                                          <p:spTgt spid="134">
                                            <p:txEl>
                                              <p:pRg st="4" end="4"/>
                                            </p:txEl>
                                          </p:spTgt>
                                        </p:tgtEl>
                                      </p:cBhvr>
                                    </p:animEffect>
                                  </p:childTnLst>
                                </p:cTn>
                              </p:par>
                              <p:par>
                                <p:cTn id="27" presetID="10" presetClass="entr" presetSubtype="0" fill="hold" nodeType="withEffect">
                                  <p:stCondLst>
                                    <p:cond delay="800"/>
                                  </p:stCondLst>
                                  <p:childTnLst>
                                    <p:set>
                                      <p:cBhvr>
                                        <p:cTn id="28" dur="1" fill="hold">
                                          <p:stCondLst>
                                            <p:cond delay="0"/>
                                          </p:stCondLst>
                                        </p:cTn>
                                        <p:tgtEl>
                                          <p:spTgt spid="134">
                                            <p:txEl>
                                              <p:pRg st="5" end="5"/>
                                            </p:txEl>
                                          </p:spTgt>
                                        </p:tgtEl>
                                        <p:attrNameLst>
                                          <p:attrName>style.visibility</p:attrName>
                                        </p:attrNameLst>
                                      </p:cBhvr>
                                      <p:to>
                                        <p:strVal val="visible"/>
                                      </p:to>
                                    </p:set>
                                    <p:animEffect transition="in" filter="fade">
                                      <p:cBhvr>
                                        <p:cTn id="29" dur="500"/>
                                        <p:tgtEl>
                                          <p:spTgt spid="134">
                                            <p:txEl>
                                              <p:pRg st="5" end="5"/>
                                            </p:txEl>
                                          </p:spTgt>
                                        </p:tgtEl>
                                      </p:cBhvr>
                                    </p:animEffect>
                                  </p:childTnLst>
                                </p:cTn>
                              </p:par>
                              <p:par>
                                <p:cTn id="30" presetID="10" presetClass="entr" presetSubtype="0" fill="hold" nodeType="withEffect">
                                  <p:stCondLst>
                                    <p:cond delay="800"/>
                                  </p:stCondLst>
                                  <p:childTnLst>
                                    <p:set>
                                      <p:cBhvr>
                                        <p:cTn id="31" dur="1" fill="hold">
                                          <p:stCondLst>
                                            <p:cond delay="0"/>
                                          </p:stCondLst>
                                        </p:cTn>
                                        <p:tgtEl>
                                          <p:spTgt spid="134">
                                            <p:txEl>
                                              <p:pRg st="6" end="6"/>
                                            </p:txEl>
                                          </p:spTgt>
                                        </p:tgtEl>
                                        <p:attrNameLst>
                                          <p:attrName>style.visibility</p:attrName>
                                        </p:attrNameLst>
                                      </p:cBhvr>
                                      <p:to>
                                        <p:strVal val="visible"/>
                                      </p:to>
                                    </p:set>
                                    <p:animEffect transition="in" filter="fade">
                                      <p:cBhvr>
                                        <p:cTn id="32" dur="500"/>
                                        <p:tgtEl>
                                          <p:spTgt spid="134">
                                            <p:txEl>
                                              <p:pRg st="6" end="6"/>
                                            </p:txEl>
                                          </p:spTgt>
                                        </p:tgtEl>
                                      </p:cBhvr>
                                    </p:animEffect>
                                  </p:childTnLst>
                                </p:cTn>
                              </p:par>
                              <p:par>
                                <p:cTn id="33" presetID="10" presetClass="entr" presetSubtype="0" fill="hold" nodeType="withEffect">
                                  <p:stCondLst>
                                    <p:cond delay="800"/>
                                  </p:stCondLst>
                                  <p:childTnLst>
                                    <p:set>
                                      <p:cBhvr>
                                        <p:cTn id="34" dur="1" fill="hold">
                                          <p:stCondLst>
                                            <p:cond delay="0"/>
                                          </p:stCondLst>
                                        </p:cTn>
                                        <p:tgtEl>
                                          <p:spTgt spid="134">
                                            <p:txEl>
                                              <p:pRg st="8" end="8"/>
                                            </p:txEl>
                                          </p:spTgt>
                                        </p:tgtEl>
                                        <p:attrNameLst>
                                          <p:attrName>style.visibility</p:attrName>
                                        </p:attrNameLst>
                                      </p:cBhvr>
                                      <p:to>
                                        <p:strVal val="visible"/>
                                      </p:to>
                                    </p:set>
                                    <p:animEffect transition="in" filter="fade">
                                      <p:cBhvr>
                                        <p:cTn id="35" dur="500"/>
                                        <p:tgtEl>
                                          <p:spTgt spid="134">
                                            <p:txEl>
                                              <p:pRg st="8" end="8"/>
                                            </p:txEl>
                                          </p:spTgt>
                                        </p:tgtEl>
                                      </p:cBhvr>
                                    </p:animEffect>
                                  </p:childTnLst>
                                </p:cTn>
                              </p:par>
                              <p:par>
                                <p:cTn id="36" presetID="10" presetClass="entr" presetSubtype="0" fill="hold" nodeType="withEffect">
                                  <p:stCondLst>
                                    <p:cond delay="800"/>
                                  </p:stCondLst>
                                  <p:childTnLst>
                                    <p:set>
                                      <p:cBhvr>
                                        <p:cTn id="37" dur="1" fill="hold">
                                          <p:stCondLst>
                                            <p:cond delay="0"/>
                                          </p:stCondLst>
                                        </p:cTn>
                                        <p:tgtEl>
                                          <p:spTgt spid="134">
                                            <p:txEl>
                                              <p:pRg st="9" end="9"/>
                                            </p:txEl>
                                          </p:spTgt>
                                        </p:tgtEl>
                                        <p:attrNameLst>
                                          <p:attrName>style.visibility</p:attrName>
                                        </p:attrNameLst>
                                      </p:cBhvr>
                                      <p:to>
                                        <p:strVal val="visible"/>
                                      </p:to>
                                    </p:set>
                                    <p:animEffect transition="in" filter="fade">
                                      <p:cBhvr>
                                        <p:cTn id="38" dur="500"/>
                                        <p:tgtEl>
                                          <p:spTgt spid="134">
                                            <p:txEl>
                                              <p:pRg st="9" end="9"/>
                                            </p:txEl>
                                          </p:spTgt>
                                        </p:tgtEl>
                                      </p:cBhvr>
                                    </p:animEffect>
                                  </p:childTnLst>
                                </p:cTn>
                              </p:par>
                              <p:par>
                                <p:cTn id="39" presetID="10" presetClass="entr" presetSubtype="0" fill="hold" nodeType="withEffect">
                                  <p:stCondLst>
                                    <p:cond delay="800"/>
                                  </p:stCondLst>
                                  <p:childTnLst>
                                    <p:set>
                                      <p:cBhvr>
                                        <p:cTn id="40" dur="1" fill="hold">
                                          <p:stCondLst>
                                            <p:cond delay="0"/>
                                          </p:stCondLst>
                                        </p:cTn>
                                        <p:tgtEl>
                                          <p:spTgt spid="134">
                                            <p:txEl>
                                              <p:pRg st="10" end="10"/>
                                            </p:txEl>
                                          </p:spTgt>
                                        </p:tgtEl>
                                        <p:attrNameLst>
                                          <p:attrName>style.visibility</p:attrName>
                                        </p:attrNameLst>
                                      </p:cBhvr>
                                      <p:to>
                                        <p:strVal val="visible"/>
                                      </p:to>
                                    </p:set>
                                    <p:animEffect transition="in" filter="fade">
                                      <p:cBhvr>
                                        <p:cTn id="41" dur="500"/>
                                        <p:tgtEl>
                                          <p:spTgt spid="134">
                                            <p:txEl>
                                              <p:pRg st="10" end="10"/>
                                            </p:txEl>
                                          </p:spTgt>
                                        </p:tgtEl>
                                      </p:cBhvr>
                                    </p:animEffect>
                                  </p:childTnLst>
                                </p:cTn>
                              </p:par>
                              <p:par>
                                <p:cTn id="42" presetID="10" presetClass="entr" presetSubtype="0" fill="hold" nodeType="withEffect">
                                  <p:stCondLst>
                                    <p:cond delay="800"/>
                                  </p:stCondLst>
                                  <p:childTnLst>
                                    <p:set>
                                      <p:cBhvr>
                                        <p:cTn id="43" dur="1" fill="hold">
                                          <p:stCondLst>
                                            <p:cond delay="0"/>
                                          </p:stCondLst>
                                        </p:cTn>
                                        <p:tgtEl>
                                          <p:spTgt spid="134">
                                            <p:txEl>
                                              <p:pRg st="11" end="11"/>
                                            </p:txEl>
                                          </p:spTgt>
                                        </p:tgtEl>
                                        <p:attrNameLst>
                                          <p:attrName>style.visibility</p:attrName>
                                        </p:attrNameLst>
                                      </p:cBhvr>
                                      <p:to>
                                        <p:strVal val="visible"/>
                                      </p:to>
                                    </p:set>
                                    <p:animEffect transition="in" filter="fade">
                                      <p:cBhvr>
                                        <p:cTn id="44" dur="500"/>
                                        <p:tgtEl>
                                          <p:spTgt spid="134">
                                            <p:txEl>
                                              <p:pRg st="11" end="11"/>
                                            </p:txEl>
                                          </p:spTgt>
                                        </p:tgtEl>
                                      </p:cBhvr>
                                    </p:animEffect>
                                  </p:childTnLst>
                                </p:cTn>
                              </p:par>
                              <p:par>
                                <p:cTn id="45" presetID="10" presetClass="entr" presetSubtype="0" fill="hold" nodeType="withEffect">
                                  <p:stCondLst>
                                    <p:cond delay="800"/>
                                  </p:stCondLst>
                                  <p:childTnLst>
                                    <p:set>
                                      <p:cBhvr>
                                        <p:cTn id="46" dur="1" fill="hold">
                                          <p:stCondLst>
                                            <p:cond delay="0"/>
                                          </p:stCondLst>
                                        </p:cTn>
                                        <p:tgtEl>
                                          <p:spTgt spid="134">
                                            <p:txEl>
                                              <p:pRg st="12" end="12"/>
                                            </p:txEl>
                                          </p:spTgt>
                                        </p:tgtEl>
                                        <p:attrNameLst>
                                          <p:attrName>style.visibility</p:attrName>
                                        </p:attrNameLst>
                                      </p:cBhvr>
                                      <p:to>
                                        <p:strVal val="visible"/>
                                      </p:to>
                                    </p:set>
                                    <p:animEffect transition="in" filter="fade">
                                      <p:cBhvr>
                                        <p:cTn id="47" dur="500"/>
                                        <p:tgtEl>
                                          <p:spTgt spid="134">
                                            <p:txEl>
                                              <p:pRg st="12" end="12"/>
                                            </p:txEl>
                                          </p:spTgt>
                                        </p:tgtEl>
                                      </p:cBhvr>
                                    </p:animEffect>
                                  </p:childTnLst>
                                </p:cTn>
                              </p:par>
                              <p:par>
                                <p:cTn id="48" presetID="10" presetClass="entr" presetSubtype="0" fill="hold" nodeType="withEffect">
                                  <p:stCondLst>
                                    <p:cond delay="800"/>
                                  </p:stCondLst>
                                  <p:childTnLst>
                                    <p:set>
                                      <p:cBhvr>
                                        <p:cTn id="49" dur="1" fill="hold">
                                          <p:stCondLst>
                                            <p:cond delay="0"/>
                                          </p:stCondLst>
                                        </p:cTn>
                                        <p:tgtEl>
                                          <p:spTgt spid="134">
                                            <p:txEl>
                                              <p:pRg st="13" end="13"/>
                                            </p:txEl>
                                          </p:spTgt>
                                        </p:tgtEl>
                                        <p:attrNameLst>
                                          <p:attrName>style.visibility</p:attrName>
                                        </p:attrNameLst>
                                      </p:cBhvr>
                                      <p:to>
                                        <p:strVal val="visible"/>
                                      </p:to>
                                    </p:set>
                                    <p:animEffect transition="in" filter="fade">
                                      <p:cBhvr>
                                        <p:cTn id="50" dur="500"/>
                                        <p:tgtEl>
                                          <p:spTgt spid="134">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622;p31"/>
          <p:cNvSpPr txBox="1">
            <a:spLocks noGrp="1"/>
          </p:cNvSpPr>
          <p:nvPr>
            <p:ph type="title"/>
          </p:nvPr>
        </p:nvSpPr>
        <p:spPr>
          <a:xfrm>
            <a:off x="502920" y="274320"/>
            <a:ext cx="8138160" cy="804672"/>
          </a:xfrm>
          <a:prstGeom prst="rect">
            <a:avLst/>
          </a:prstGeom>
          <a:noFill/>
          <a:ln>
            <a:noFill/>
          </a:ln>
        </p:spPr>
        <p:txBody>
          <a:bodyPr spcFirstLastPara="1" wrap="square" lIns="91425" tIns="45700" rIns="91425" bIns="91425" anchor="b" anchorCtr="0">
            <a:noAutofit/>
          </a:bodyPr>
          <a:lstStyle/>
          <a:p>
            <a:pPr marL="0" lvl="0" indent="0" algn="l" rtl="0">
              <a:lnSpc>
                <a:spcPct val="100000"/>
              </a:lnSpc>
              <a:spcBef>
                <a:spcPts val="0"/>
              </a:spcBef>
              <a:spcAft>
                <a:spcPts val="0"/>
              </a:spcAft>
              <a:buSzPts val="1400"/>
              <a:buNone/>
            </a:pPr>
            <a:r>
              <a:rPr lang="en-US" sz="2400" b="1"/>
              <a:t>Contents</a:t>
            </a:r>
            <a:endParaRPr/>
          </a:p>
        </p:txBody>
      </p:sp>
      <p:sp>
        <p:nvSpPr>
          <p:cNvPr id="5" name="Google Shape;624;p31"/>
          <p:cNvSpPr/>
          <p:nvPr/>
        </p:nvSpPr>
        <p:spPr>
          <a:xfrm>
            <a:off x="7845552" y="6096000"/>
            <a:ext cx="841248" cy="457200"/>
          </a:xfrm>
          <a:prstGeom prst="ellipse">
            <a:avLst/>
          </a:prstGeom>
          <a:solidFill>
            <a:schemeClr val="accent1"/>
          </a:solidFill>
          <a:ln>
            <a:noFill/>
          </a:ln>
        </p:spPr>
        <p:txBody>
          <a:bodyPr spcFirstLastPara="1" wrap="square" lIns="0" tIns="0" rIns="0" bIns="0" anchor="ctr" anchorCtr="1">
            <a:noAutofit/>
          </a:bodyPr>
          <a:lstStyle/>
          <a:p>
            <a:pPr marL="0" marR="0" lvl="0" indent="0" algn="ctr" rtl="0">
              <a:lnSpc>
                <a:spcPct val="100000"/>
              </a:lnSpc>
              <a:spcBef>
                <a:spcPts val="0"/>
              </a:spcBef>
              <a:spcAft>
                <a:spcPts val="0"/>
              </a:spcAft>
              <a:buClr>
                <a:srgbClr val="FFFFFF"/>
              </a:buClr>
              <a:buSzPts val="1400"/>
              <a:buFont typeface="Libre Franklin"/>
              <a:buNone/>
            </a:pPr>
            <a:fld id="{00000000-1234-1234-1234-123412341234}" type="slidenum">
              <a:rPr lang="en-US" sz="1400" b="0" i="0" u="none" strike="noStrike" cap="none">
                <a:solidFill>
                  <a:srgbClr val="FFFFFF"/>
                </a:solidFill>
                <a:latin typeface="Libre Franklin"/>
                <a:ea typeface="Libre Franklin"/>
                <a:cs typeface="Libre Franklin"/>
                <a:sym typeface="Libre Franklin"/>
              </a:rPr>
              <a:t>2</a:t>
            </a:fld>
            <a:r>
              <a:rPr lang="en-US" sz="1400" b="0" i="0" u="none" strike="noStrike" cap="none">
                <a:solidFill>
                  <a:srgbClr val="FFFFFF"/>
                </a:solidFill>
                <a:latin typeface="Libre Franklin"/>
                <a:ea typeface="Libre Franklin"/>
                <a:cs typeface="Libre Franklin"/>
                <a:sym typeface="Libre Franklin"/>
              </a:rPr>
              <a:t>/17</a:t>
            </a:r>
            <a:endParaRPr sz="1400" b="0" i="0" u="none" strike="noStrike" cap="none">
              <a:solidFill>
                <a:srgbClr val="000000"/>
              </a:solidFill>
              <a:latin typeface="Arial"/>
              <a:ea typeface="Arial"/>
              <a:cs typeface="Arial"/>
              <a:sym typeface="Arial"/>
            </a:endParaRPr>
          </a:p>
        </p:txBody>
      </p:sp>
      <p:sp>
        <p:nvSpPr>
          <p:cNvPr id="6" name="Google Shape;625;p31"/>
          <p:cNvSpPr txBox="1"/>
          <p:nvPr/>
        </p:nvSpPr>
        <p:spPr>
          <a:xfrm>
            <a:off x="5278120" y="6355080"/>
            <a:ext cx="3962400" cy="457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2"/>
              </a:buClr>
              <a:buSzPts val="1400"/>
              <a:buFont typeface="Libre Baskerville"/>
              <a:buNone/>
            </a:pPr>
            <a:r>
              <a:rPr lang="en-US" sz="1400" b="0" i="0" u="none" strike="noStrike" cap="none" dirty="0">
                <a:solidFill>
                  <a:schemeClr val="dk2"/>
                </a:solidFill>
                <a:latin typeface="Times New Roman" panose="02020603050405020304" pitchFamily="18" charset="0"/>
                <a:ea typeface="Libre Baskerville"/>
                <a:cs typeface="Times New Roman" panose="02020603050405020304" pitchFamily="18" charset="0"/>
                <a:sym typeface="Libre Baskerville"/>
              </a:rPr>
              <a:t>AI-Powered Smart Worker Finder</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7" name="Contents list"/>
          <p:cNvSpPr txBox="1"/>
          <p:nvPr/>
        </p:nvSpPr>
        <p:spPr>
          <a:xfrm>
            <a:off x="1188720" y="1280160"/>
            <a:ext cx="5669280" cy="4480560"/>
          </a:xfrm>
          <a:prstGeom prst="rect">
            <a:avLst/>
          </a:prstGeom>
          <a:noFill/>
        </p:spPr>
        <p:txBody>
          <a:bodyPr wrap="square">
            <a:spAutoFit/>
          </a:bodyPr>
          <a:lstStyle/>
          <a:p>
            <a:pPr marL="0" indent="0">
              <a:spcBef>
                <a:spcPts val="0"/>
              </a:spcBef>
              <a:spcAft>
                <a:spcPts val="800"/>
              </a:spcAft>
              <a:buNone/>
            </a:pPr>
            <a:r>
              <a:rPr sz="1800" b="0" i="0">
                <a:solidFill>
                  <a:srgbClr val="262626"/>
                </a:solidFill>
                <a:latin typeface="Times New Roman"/>
              </a:rPr>
              <a:t>1.   Introduction</a:t>
            </a:r>
          </a:p>
          <a:p>
            <a:pPr marL="0" indent="0">
              <a:spcBef>
                <a:spcPts val="0"/>
              </a:spcBef>
              <a:spcAft>
                <a:spcPts val="800"/>
              </a:spcAft>
              <a:buNone/>
            </a:pPr>
            <a:r>
              <a:rPr sz="1800" b="0" i="0">
                <a:solidFill>
                  <a:srgbClr val="262626"/>
                </a:solidFill>
                <a:latin typeface="Times New Roman"/>
              </a:rPr>
              <a:t>2.   Relevance to Current Technology Trends</a:t>
            </a:r>
          </a:p>
          <a:p>
            <a:pPr marL="0" indent="0">
              <a:spcBef>
                <a:spcPts val="0"/>
              </a:spcBef>
              <a:spcAft>
                <a:spcPts val="800"/>
              </a:spcAft>
              <a:buNone/>
            </a:pPr>
            <a:r>
              <a:rPr sz="1800" b="0" i="0">
                <a:solidFill>
                  <a:srgbClr val="262626"/>
                </a:solidFill>
                <a:latin typeface="Times New Roman"/>
              </a:rPr>
              <a:t>3.   Literature Review</a:t>
            </a:r>
          </a:p>
          <a:p>
            <a:pPr marL="0" indent="0">
              <a:spcBef>
                <a:spcPts val="0"/>
              </a:spcBef>
              <a:spcAft>
                <a:spcPts val="800"/>
              </a:spcAft>
              <a:buNone/>
            </a:pPr>
            <a:r>
              <a:rPr sz="1800" b="0" i="0">
                <a:solidFill>
                  <a:srgbClr val="262626"/>
                </a:solidFill>
                <a:latin typeface="Times New Roman"/>
              </a:rPr>
              <a:t>4.   Problem Statement</a:t>
            </a:r>
          </a:p>
          <a:p>
            <a:pPr marL="0" indent="0">
              <a:spcBef>
                <a:spcPts val="0"/>
              </a:spcBef>
              <a:spcAft>
                <a:spcPts val="800"/>
              </a:spcAft>
              <a:buNone/>
            </a:pPr>
            <a:r>
              <a:rPr sz="1800" b="0" i="0">
                <a:solidFill>
                  <a:srgbClr val="262626"/>
                </a:solidFill>
                <a:latin typeface="Times New Roman"/>
              </a:rPr>
              <a:t>5.   Objectives</a:t>
            </a:r>
          </a:p>
          <a:p>
            <a:pPr marL="0" indent="0">
              <a:spcBef>
                <a:spcPts val="0"/>
              </a:spcBef>
              <a:spcAft>
                <a:spcPts val="800"/>
              </a:spcAft>
              <a:buNone/>
            </a:pPr>
            <a:r>
              <a:rPr sz="1800" b="0" i="0">
                <a:solidFill>
                  <a:srgbClr val="262626"/>
                </a:solidFill>
                <a:latin typeface="Times New Roman"/>
              </a:rPr>
              <a:t>6.   Proposed Seminar Scope / Proposed Framework</a:t>
            </a:r>
          </a:p>
          <a:p>
            <a:pPr marL="0" indent="0">
              <a:spcBef>
                <a:spcPts val="0"/>
              </a:spcBef>
              <a:spcAft>
                <a:spcPts val="800"/>
              </a:spcAft>
              <a:buNone/>
            </a:pPr>
            <a:r>
              <a:rPr sz="1800" b="0" i="0">
                <a:solidFill>
                  <a:srgbClr val="262626"/>
                </a:solidFill>
                <a:latin typeface="Times New Roman"/>
              </a:rPr>
              <a:t>7.   System Architecture / Methodology</a:t>
            </a:r>
          </a:p>
          <a:p>
            <a:pPr marL="0" indent="0">
              <a:spcBef>
                <a:spcPts val="0"/>
              </a:spcBef>
              <a:spcAft>
                <a:spcPts val="800"/>
              </a:spcAft>
              <a:buNone/>
            </a:pPr>
            <a:r>
              <a:rPr sz="1800" b="0" i="0">
                <a:solidFill>
                  <a:srgbClr val="262626"/>
                </a:solidFill>
                <a:latin typeface="Times New Roman"/>
              </a:rPr>
              <a:t>8.   Algorithm / Mathematical Module</a:t>
            </a:r>
          </a:p>
          <a:p>
            <a:pPr marL="0" indent="0">
              <a:spcBef>
                <a:spcPts val="0"/>
              </a:spcBef>
              <a:spcAft>
                <a:spcPts val="800"/>
              </a:spcAft>
              <a:buNone/>
            </a:pPr>
            <a:r>
              <a:rPr sz="1800" b="0" i="0">
                <a:solidFill>
                  <a:srgbClr val="262626"/>
                </a:solidFill>
                <a:latin typeface="Times New Roman"/>
              </a:rPr>
              <a:t>9.   Advantages</a:t>
            </a:r>
          </a:p>
          <a:p>
            <a:pPr marL="0" indent="0">
              <a:spcBef>
                <a:spcPts val="0"/>
              </a:spcBef>
              <a:spcAft>
                <a:spcPts val="800"/>
              </a:spcAft>
              <a:buNone/>
            </a:pPr>
            <a:r>
              <a:rPr sz="1800" b="0" i="0">
                <a:solidFill>
                  <a:srgbClr val="262626"/>
                </a:solidFill>
                <a:latin typeface="Times New Roman"/>
              </a:rPr>
              <a:t>10.   Limitations</a:t>
            </a:r>
          </a:p>
          <a:p>
            <a:pPr marL="0" indent="0">
              <a:spcBef>
                <a:spcPts val="0"/>
              </a:spcBef>
              <a:spcAft>
                <a:spcPts val="800"/>
              </a:spcAft>
              <a:buNone/>
            </a:pPr>
            <a:r>
              <a:rPr sz="1800" b="0" i="0">
                <a:solidFill>
                  <a:srgbClr val="262626"/>
                </a:solidFill>
                <a:latin typeface="Times New Roman"/>
              </a:rPr>
              <a:t>11.   Conclusion</a:t>
            </a:r>
          </a:p>
          <a:p>
            <a:pPr marL="0" indent="0">
              <a:spcBef>
                <a:spcPts val="0"/>
              </a:spcBef>
              <a:spcAft>
                <a:spcPts val="800"/>
              </a:spcAft>
              <a:buNone/>
            </a:pPr>
            <a:r>
              <a:rPr sz="1800" b="0" i="0">
                <a:solidFill>
                  <a:srgbClr val="262626"/>
                </a:solidFill>
                <a:latin typeface="Times New Roman"/>
              </a:rPr>
              <a:t>12.   Future Scope</a:t>
            </a:r>
          </a:p>
          <a:p>
            <a:pPr marL="0" indent="0">
              <a:spcBef>
                <a:spcPts val="0"/>
              </a:spcBef>
              <a:spcAft>
                <a:spcPts val="800"/>
              </a:spcAft>
              <a:buNone/>
            </a:pPr>
            <a:r>
              <a:rPr sz="1800" b="0" i="0">
                <a:solidFill>
                  <a:srgbClr val="262626"/>
                </a:solidFill>
                <a:latin typeface="Times New Roman"/>
              </a:rPr>
              <a:t>13.   References</a:t>
            </a:r>
          </a:p>
        </p:txBody>
      </p:sp>
      <p:sp>
        <p:nvSpPr>
          <p:cNvPr id="8" name="Contents page numbers"/>
          <p:cNvSpPr txBox="1"/>
          <p:nvPr/>
        </p:nvSpPr>
        <p:spPr>
          <a:xfrm>
            <a:off x="6949440" y="1280160"/>
            <a:ext cx="914400" cy="4480560"/>
          </a:xfrm>
          <a:prstGeom prst="rect">
            <a:avLst/>
          </a:prstGeom>
          <a:noFill/>
        </p:spPr>
        <p:txBody>
          <a:bodyPr wrap="square">
            <a:spAutoFit/>
          </a:bodyPr>
          <a:lstStyle/>
          <a:p>
            <a:pPr marL="0" indent="0" algn="r">
              <a:spcBef>
                <a:spcPts val="0"/>
              </a:spcBef>
              <a:spcAft>
                <a:spcPts val="800"/>
              </a:spcAft>
              <a:buNone/>
            </a:pPr>
            <a:r>
              <a:rPr sz="1800" b="0" i="0">
                <a:solidFill>
                  <a:srgbClr val="262626"/>
                </a:solidFill>
                <a:latin typeface="Times New Roman"/>
              </a:rPr>
              <a:t>3</a:t>
            </a:r>
          </a:p>
          <a:p>
            <a:pPr marL="0" indent="0" algn="r">
              <a:spcBef>
                <a:spcPts val="0"/>
              </a:spcBef>
              <a:spcAft>
                <a:spcPts val="800"/>
              </a:spcAft>
              <a:buNone/>
            </a:pPr>
            <a:r>
              <a:rPr sz="1800" b="0" i="0">
                <a:solidFill>
                  <a:srgbClr val="262626"/>
                </a:solidFill>
                <a:latin typeface="Times New Roman"/>
              </a:rPr>
              <a:t>4</a:t>
            </a:r>
          </a:p>
          <a:p>
            <a:pPr marL="0" indent="0" algn="r">
              <a:spcBef>
                <a:spcPts val="0"/>
              </a:spcBef>
              <a:spcAft>
                <a:spcPts val="800"/>
              </a:spcAft>
              <a:buNone/>
            </a:pPr>
            <a:r>
              <a:rPr sz="1800" b="0" i="0">
                <a:solidFill>
                  <a:srgbClr val="262626"/>
                </a:solidFill>
                <a:latin typeface="Times New Roman"/>
              </a:rPr>
              <a:t>5</a:t>
            </a:r>
          </a:p>
          <a:p>
            <a:pPr marL="0" indent="0" algn="r">
              <a:spcBef>
                <a:spcPts val="0"/>
              </a:spcBef>
              <a:spcAft>
                <a:spcPts val="800"/>
              </a:spcAft>
              <a:buNone/>
            </a:pPr>
            <a:r>
              <a:rPr sz="1800" b="0" i="0">
                <a:solidFill>
                  <a:srgbClr val="262626"/>
                </a:solidFill>
                <a:latin typeface="Times New Roman"/>
              </a:rPr>
              <a:t>6</a:t>
            </a:r>
          </a:p>
          <a:p>
            <a:pPr marL="0" indent="0" algn="r">
              <a:spcBef>
                <a:spcPts val="0"/>
              </a:spcBef>
              <a:spcAft>
                <a:spcPts val="800"/>
              </a:spcAft>
              <a:buNone/>
            </a:pPr>
            <a:r>
              <a:rPr sz="1800" b="0" i="0">
                <a:solidFill>
                  <a:srgbClr val="262626"/>
                </a:solidFill>
                <a:latin typeface="Times New Roman"/>
              </a:rPr>
              <a:t>7</a:t>
            </a:r>
          </a:p>
          <a:p>
            <a:pPr marL="0" indent="0" algn="r">
              <a:spcBef>
                <a:spcPts val="0"/>
              </a:spcBef>
              <a:spcAft>
                <a:spcPts val="800"/>
              </a:spcAft>
              <a:buNone/>
            </a:pPr>
            <a:r>
              <a:rPr sz="1800" b="0" i="0">
                <a:solidFill>
                  <a:srgbClr val="262626"/>
                </a:solidFill>
                <a:latin typeface="Times New Roman"/>
              </a:rPr>
              <a:t>8</a:t>
            </a:r>
          </a:p>
          <a:p>
            <a:pPr marL="0" indent="0" algn="r">
              <a:spcBef>
                <a:spcPts val="0"/>
              </a:spcBef>
              <a:spcAft>
                <a:spcPts val="800"/>
              </a:spcAft>
              <a:buNone/>
            </a:pPr>
            <a:r>
              <a:rPr sz="1800" b="0" i="0">
                <a:solidFill>
                  <a:srgbClr val="262626"/>
                </a:solidFill>
                <a:latin typeface="Times New Roman"/>
              </a:rPr>
              <a:t>9</a:t>
            </a:r>
          </a:p>
          <a:p>
            <a:pPr marL="0" indent="0" algn="r">
              <a:spcBef>
                <a:spcPts val="0"/>
              </a:spcBef>
              <a:spcAft>
                <a:spcPts val="800"/>
              </a:spcAft>
              <a:buNone/>
            </a:pPr>
            <a:r>
              <a:rPr sz="1800" b="0" i="0">
                <a:solidFill>
                  <a:srgbClr val="262626"/>
                </a:solidFill>
                <a:latin typeface="Times New Roman"/>
              </a:rPr>
              <a:t>11</a:t>
            </a:r>
          </a:p>
          <a:p>
            <a:pPr marL="0" indent="0" algn="r">
              <a:spcBef>
                <a:spcPts val="0"/>
              </a:spcBef>
              <a:spcAft>
                <a:spcPts val="800"/>
              </a:spcAft>
              <a:buNone/>
            </a:pPr>
            <a:r>
              <a:rPr sz="1800" b="0" i="0">
                <a:solidFill>
                  <a:srgbClr val="262626"/>
                </a:solidFill>
                <a:latin typeface="Times New Roman"/>
              </a:rPr>
              <a:t>15</a:t>
            </a:r>
          </a:p>
          <a:p>
            <a:pPr marL="0" indent="0" algn="r">
              <a:spcBef>
                <a:spcPts val="0"/>
              </a:spcBef>
              <a:spcAft>
                <a:spcPts val="800"/>
              </a:spcAft>
              <a:buNone/>
            </a:pPr>
            <a:r>
              <a:rPr sz="1800" b="0" i="0">
                <a:solidFill>
                  <a:srgbClr val="262626"/>
                </a:solidFill>
                <a:latin typeface="Times New Roman"/>
              </a:rPr>
              <a:t>15</a:t>
            </a:r>
          </a:p>
          <a:p>
            <a:pPr marL="0" indent="0" algn="r">
              <a:spcBef>
                <a:spcPts val="0"/>
              </a:spcBef>
              <a:spcAft>
                <a:spcPts val="800"/>
              </a:spcAft>
              <a:buNone/>
            </a:pPr>
            <a:r>
              <a:rPr sz="1800" b="0" i="0">
                <a:solidFill>
                  <a:srgbClr val="262626"/>
                </a:solidFill>
                <a:latin typeface="Times New Roman"/>
              </a:rPr>
              <a:t>16</a:t>
            </a:r>
          </a:p>
          <a:p>
            <a:pPr marL="0" indent="0" algn="r">
              <a:spcBef>
                <a:spcPts val="0"/>
              </a:spcBef>
              <a:spcAft>
                <a:spcPts val="800"/>
              </a:spcAft>
              <a:buNone/>
            </a:pPr>
            <a:r>
              <a:rPr sz="1800" b="0" i="0">
                <a:solidFill>
                  <a:srgbClr val="262626"/>
                </a:solidFill>
                <a:latin typeface="Times New Roman"/>
              </a:rPr>
              <a:t>16</a:t>
            </a:r>
          </a:p>
          <a:p>
            <a:pPr marL="0" indent="0" algn="r">
              <a:spcBef>
                <a:spcPts val="0"/>
              </a:spcBef>
              <a:spcAft>
                <a:spcPts val="800"/>
              </a:spcAft>
              <a:buNone/>
            </a:pPr>
            <a:r>
              <a:rPr sz="1800" b="0" i="0">
                <a:solidFill>
                  <a:srgbClr val="262626"/>
                </a:solidFill>
                <a:latin typeface="Times New Roman"/>
              </a:rPr>
              <a:t>17</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622;p31"/>
          <p:cNvSpPr txBox="1">
            <a:spLocks noGrp="1"/>
          </p:cNvSpPr>
          <p:nvPr>
            <p:ph type="title"/>
          </p:nvPr>
        </p:nvSpPr>
        <p:spPr>
          <a:xfrm>
            <a:off x="502920" y="274320"/>
            <a:ext cx="8138160" cy="804672"/>
          </a:xfrm>
          <a:prstGeom prst="rect">
            <a:avLst/>
          </a:prstGeom>
          <a:noFill/>
          <a:ln>
            <a:noFill/>
          </a:ln>
        </p:spPr>
        <p:txBody>
          <a:bodyPr spcFirstLastPara="1" wrap="square" lIns="91425" tIns="45700" rIns="91425" bIns="91425" anchor="b" anchorCtr="0">
            <a:noAutofit/>
          </a:bodyPr>
          <a:lstStyle/>
          <a:p>
            <a:pPr marL="0" lvl="0" indent="0" algn="l" rtl="0">
              <a:lnSpc>
                <a:spcPct val="100000"/>
              </a:lnSpc>
              <a:spcBef>
                <a:spcPts val="0"/>
              </a:spcBef>
              <a:spcAft>
                <a:spcPts val="0"/>
              </a:spcAft>
              <a:buSzPts val="1400"/>
              <a:buNone/>
            </a:pPr>
            <a:r>
              <a:rPr lang="en-US" sz="2400" b="1"/>
              <a:t>Introduction</a:t>
            </a:r>
            <a:endParaRPr/>
          </a:p>
        </p:txBody>
      </p:sp>
      <p:sp>
        <p:nvSpPr>
          <p:cNvPr id="5" name="Google Shape;624;p31"/>
          <p:cNvSpPr/>
          <p:nvPr/>
        </p:nvSpPr>
        <p:spPr>
          <a:xfrm>
            <a:off x="7845552" y="6096000"/>
            <a:ext cx="841248" cy="457200"/>
          </a:xfrm>
          <a:prstGeom prst="ellipse">
            <a:avLst/>
          </a:prstGeom>
          <a:solidFill>
            <a:schemeClr val="accent1"/>
          </a:solidFill>
          <a:ln>
            <a:noFill/>
          </a:ln>
        </p:spPr>
        <p:txBody>
          <a:bodyPr spcFirstLastPara="1" wrap="square" lIns="0" tIns="0" rIns="0" bIns="0" anchor="ctr" anchorCtr="1">
            <a:noAutofit/>
          </a:bodyPr>
          <a:lstStyle/>
          <a:p>
            <a:pPr marL="0" marR="0" lvl="0" indent="0" algn="ctr" rtl="0">
              <a:lnSpc>
                <a:spcPct val="100000"/>
              </a:lnSpc>
              <a:spcBef>
                <a:spcPts val="0"/>
              </a:spcBef>
              <a:spcAft>
                <a:spcPts val="0"/>
              </a:spcAft>
              <a:buClr>
                <a:srgbClr val="FFFFFF"/>
              </a:buClr>
              <a:buSzPts val="1400"/>
              <a:buFont typeface="Libre Franklin"/>
              <a:buNone/>
            </a:pPr>
            <a:fld id="{00000000-1234-1234-1234-123412341234}" type="slidenum">
              <a:rPr lang="en-US" sz="1400" b="0" i="0" u="none" strike="noStrike" cap="none">
                <a:solidFill>
                  <a:srgbClr val="FFFFFF"/>
                </a:solidFill>
                <a:latin typeface="Libre Franklin"/>
                <a:ea typeface="Libre Franklin"/>
                <a:cs typeface="Libre Franklin"/>
                <a:sym typeface="Libre Franklin"/>
              </a:rPr>
              <a:t>3</a:t>
            </a:fld>
            <a:r>
              <a:rPr lang="en-US" sz="1400" b="0" i="0" u="none" strike="noStrike" cap="none">
                <a:solidFill>
                  <a:srgbClr val="FFFFFF"/>
                </a:solidFill>
                <a:latin typeface="Libre Franklin"/>
                <a:ea typeface="Libre Franklin"/>
                <a:cs typeface="Libre Franklin"/>
                <a:sym typeface="Libre Franklin"/>
              </a:rPr>
              <a:t>/17</a:t>
            </a:r>
            <a:endParaRPr sz="1400" b="0" i="0" u="none" strike="noStrike" cap="none">
              <a:solidFill>
                <a:srgbClr val="000000"/>
              </a:solidFill>
              <a:latin typeface="Arial"/>
              <a:ea typeface="Arial"/>
              <a:cs typeface="Arial"/>
              <a:sym typeface="Arial"/>
            </a:endParaRPr>
          </a:p>
        </p:txBody>
      </p:sp>
      <p:sp>
        <p:nvSpPr>
          <p:cNvPr id="6" name="Google Shape;625;p31"/>
          <p:cNvSpPr txBox="1"/>
          <p:nvPr/>
        </p:nvSpPr>
        <p:spPr>
          <a:xfrm>
            <a:off x="5269687" y="6355080"/>
            <a:ext cx="3962400" cy="457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2"/>
              </a:buClr>
              <a:buSzPts val="1400"/>
              <a:buFont typeface="Libre Baskerville"/>
              <a:buNone/>
            </a:pPr>
            <a:r>
              <a:rPr lang="en-US" sz="1400" b="0" i="0" u="none" strike="noStrike" cap="none" dirty="0">
                <a:solidFill>
                  <a:schemeClr val="dk2"/>
                </a:solidFill>
                <a:latin typeface="Times New Roman" panose="02020603050405020304" pitchFamily="18" charset="0"/>
                <a:ea typeface="Libre Baskerville"/>
                <a:cs typeface="Times New Roman" panose="02020603050405020304" pitchFamily="18" charset="0"/>
                <a:sym typeface="Libre Baskerville"/>
              </a:rPr>
              <a:t>AI-Powered Smart Worker Finder</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7" name="TextBox 6"/>
          <p:cNvSpPr txBox="1"/>
          <p:nvPr/>
        </p:nvSpPr>
        <p:spPr>
          <a:xfrm>
            <a:off x="502920" y="1280160"/>
            <a:ext cx="8138160" cy="3171637"/>
          </a:xfrm>
          <a:prstGeom prst="rect">
            <a:avLst/>
          </a:prstGeom>
          <a:noFill/>
        </p:spPr>
        <p:txBody>
          <a:bodyPr wrap="square" lIns="45720" tIns="27432" rIns="45720" bIns="27432" anchor="t">
            <a:spAutoFit/>
          </a:bodyPr>
          <a:lstStyle/>
          <a:p>
            <a:pPr marL="228600" indent="-228600">
              <a:spcBef>
                <a:spcPts val="0"/>
              </a:spcBef>
              <a:spcAft>
                <a:spcPts val="900"/>
              </a:spcAft>
              <a:buFont typeface="Arial"/>
              <a:buChar char="•"/>
            </a:pPr>
            <a:r>
              <a:rPr sz="1800" b="0" i="0" dirty="0">
                <a:solidFill>
                  <a:srgbClr val="262626"/>
                </a:solidFill>
                <a:latin typeface="Times New Roman"/>
              </a:rPr>
              <a:t>Finding a skilled worker such as an electrician, plumber, mechanic or technician is still a slow and uncertain process.</a:t>
            </a:r>
          </a:p>
          <a:p>
            <a:pPr marL="228600" indent="-228600">
              <a:spcBef>
                <a:spcPts val="0"/>
              </a:spcBef>
              <a:spcAft>
                <a:spcPts val="900"/>
              </a:spcAft>
              <a:buFont typeface="Arial"/>
              <a:buChar char="•"/>
            </a:pPr>
            <a:r>
              <a:rPr sz="1800" b="0" i="0" dirty="0">
                <a:solidFill>
                  <a:srgbClr val="262626"/>
                </a:solidFill>
                <a:latin typeface="Times New Roman"/>
              </a:rPr>
              <a:t>Customers search manually, while workers differ in skill, location, availability, service quality, response time and cost.</a:t>
            </a:r>
          </a:p>
          <a:p>
            <a:pPr marL="228600" indent="-228600">
              <a:spcBef>
                <a:spcPts val="0"/>
              </a:spcBef>
              <a:spcAft>
                <a:spcPts val="900"/>
              </a:spcAft>
              <a:buFont typeface="Arial"/>
              <a:buChar char="•"/>
            </a:pPr>
            <a:r>
              <a:rPr sz="1800" b="0" i="0" dirty="0">
                <a:solidFill>
                  <a:srgbClr val="262626"/>
                </a:solidFill>
                <a:latin typeface="Times New Roman"/>
              </a:rPr>
              <a:t>The AI-Powered Smart Worker Finder reads the customer’s problem, searches for nearby workers, ranks them using Artificial Intelligence and recommends the most suitable one.</a:t>
            </a:r>
          </a:p>
          <a:p>
            <a:pPr marL="228600" indent="-228600">
              <a:spcBef>
                <a:spcPts val="0"/>
              </a:spcBef>
              <a:spcAft>
                <a:spcPts val="900"/>
              </a:spcAft>
              <a:buFont typeface="Arial"/>
              <a:buChar char="•"/>
            </a:pPr>
            <a:r>
              <a:rPr sz="1800" b="0" i="0" dirty="0">
                <a:solidFill>
                  <a:srgbClr val="262626"/>
                </a:solidFill>
                <a:latin typeface="Times New Roman"/>
              </a:rPr>
              <a:t>Base paper: </a:t>
            </a:r>
            <a:r>
              <a:rPr sz="1800" b="0" i="0" dirty="0" err="1">
                <a:solidFill>
                  <a:srgbClr val="262626"/>
                </a:solidFill>
                <a:latin typeface="Times New Roman"/>
              </a:rPr>
              <a:t>CrowdBwO</a:t>
            </a:r>
            <a:r>
              <a:rPr sz="1800" b="0" i="0" dirty="0">
                <a:solidFill>
                  <a:srgbClr val="262626"/>
                </a:solidFill>
                <a:latin typeface="Times New Roman"/>
              </a:rPr>
              <a:t> (Crowd Bandit with Optimization), a multi-armed bandit approach that learns worker quality from earlier results and considers quality, time and expense .</a:t>
            </a:r>
          </a:p>
        </p:txBody>
      </p:sp>
      <p:sp>
        <p:nvSpPr>
          <p:cNvPr id="8" name="Flow 1"/>
          <p:cNvSpPr/>
          <p:nvPr/>
        </p:nvSpPr>
        <p:spPr>
          <a:xfrm>
            <a:off x="502920" y="4572000"/>
            <a:ext cx="1161288" cy="777240"/>
          </a:xfrm>
          <a:prstGeom prst="rect">
            <a:avLst/>
          </a:prstGeom>
          <a:solidFill>
            <a:srgbClr val="F2F2F2"/>
          </a:solidFill>
          <a:ln w="12700">
            <a:solidFill>
              <a:srgbClr val="A6A6A6"/>
            </a:solidFill>
          </a:ln>
        </p:spPr>
        <p:txBody>
          <a:bodyPr wrap="square" lIns="54864" tIns="27432" rIns="54864" bIns="27432" rtlCol="0" anchor="ctr"/>
          <a:lstStyle/>
          <a:p>
            <a:pPr marL="0" indent="0" algn="ctr">
              <a:spcBef>
                <a:spcPts val="0"/>
              </a:spcBef>
              <a:spcAft>
                <a:spcPts val="0"/>
              </a:spcAft>
              <a:buNone/>
            </a:pPr>
            <a:r>
              <a:rPr sz="1400" b="1" i="0">
                <a:solidFill>
                  <a:srgbClr val="262626"/>
                </a:solidFill>
                <a:latin typeface="Times New Roman"/>
              </a:rPr>
              <a:t>Customer Request</a:t>
            </a:r>
          </a:p>
        </p:txBody>
      </p:sp>
      <p:sp>
        <p:nvSpPr>
          <p:cNvPr id="9" name="TextBox 8"/>
          <p:cNvSpPr txBox="1"/>
          <p:nvPr/>
        </p:nvSpPr>
        <p:spPr>
          <a:xfrm>
            <a:off x="1664208" y="4572000"/>
            <a:ext cx="234086" cy="777240"/>
          </a:xfrm>
          <a:prstGeom prst="rect">
            <a:avLst/>
          </a:prstGeom>
          <a:noFill/>
        </p:spPr>
        <p:txBody>
          <a:bodyPr wrap="square" lIns="0" tIns="27432" rIns="0" bIns="27432" anchor="ctr">
            <a:spAutoFit/>
          </a:bodyPr>
          <a:lstStyle/>
          <a:p>
            <a:pPr marL="0" indent="0" algn="ctr">
              <a:spcBef>
                <a:spcPts val="0"/>
              </a:spcBef>
              <a:spcAft>
                <a:spcPts val="0"/>
              </a:spcAft>
              <a:buNone/>
            </a:pPr>
            <a:r>
              <a:rPr sz="1800" b="0" i="0">
                <a:solidFill>
                  <a:srgbClr val="696464"/>
                </a:solidFill>
                <a:latin typeface="Arial"/>
              </a:rPr>
              <a:t>→</a:t>
            </a:r>
          </a:p>
        </p:txBody>
      </p:sp>
      <p:sp>
        <p:nvSpPr>
          <p:cNvPr id="10" name="Flow 2"/>
          <p:cNvSpPr/>
          <p:nvPr/>
        </p:nvSpPr>
        <p:spPr>
          <a:xfrm>
            <a:off x="1898294" y="4572000"/>
            <a:ext cx="1161288" cy="777240"/>
          </a:xfrm>
          <a:prstGeom prst="rect">
            <a:avLst/>
          </a:prstGeom>
          <a:solidFill>
            <a:srgbClr val="F2F2F2"/>
          </a:solidFill>
          <a:ln w="12700">
            <a:solidFill>
              <a:srgbClr val="A6A6A6"/>
            </a:solidFill>
          </a:ln>
        </p:spPr>
        <p:txBody>
          <a:bodyPr wrap="square" lIns="54864" tIns="27432" rIns="54864" bIns="27432" rtlCol="0" anchor="ctr"/>
          <a:lstStyle/>
          <a:p>
            <a:pPr marL="0" indent="0" algn="ctr">
              <a:spcBef>
                <a:spcPts val="0"/>
              </a:spcBef>
              <a:spcAft>
                <a:spcPts val="0"/>
              </a:spcAft>
              <a:buNone/>
            </a:pPr>
            <a:r>
              <a:rPr sz="1400" b="1" i="0">
                <a:solidFill>
                  <a:srgbClr val="262626"/>
                </a:solidFill>
                <a:latin typeface="Times New Roman"/>
              </a:rPr>
              <a:t>AI Classification</a:t>
            </a:r>
          </a:p>
        </p:txBody>
      </p:sp>
      <p:sp>
        <p:nvSpPr>
          <p:cNvPr id="11" name="TextBox 10"/>
          <p:cNvSpPr txBox="1"/>
          <p:nvPr/>
        </p:nvSpPr>
        <p:spPr>
          <a:xfrm>
            <a:off x="3059582" y="4572000"/>
            <a:ext cx="234086" cy="777240"/>
          </a:xfrm>
          <a:prstGeom prst="rect">
            <a:avLst/>
          </a:prstGeom>
          <a:noFill/>
        </p:spPr>
        <p:txBody>
          <a:bodyPr wrap="square" lIns="0" tIns="27432" rIns="0" bIns="27432" anchor="ctr">
            <a:spAutoFit/>
          </a:bodyPr>
          <a:lstStyle/>
          <a:p>
            <a:pPr marL="0" indent="0" algn="ctr">
              <a:spcBef>
                <a:spcPts val="0"/>
              </a:spcBef>
              <a:spcAft>
                <a:spcPts val="0"/>
              </a:spcAft>
              <a:buNone/>
            </a:pPr>
            <a:r>
              <a:rPr sz="1800" b="0" i="0">
                <a:solidFill>
                  <a:srgbClr val="696464"/>
                </a:solidFill>
                <a:latin typeface="Arial"/>
              </a:rPr>
              <a:t>→</a:t>
            </a:r>
          </a:p>
        </p:txBody>
      </p:sp>
      <p:sp>
        <p:nvSpPr>
          <p:cNvPr id="12" name="Flow 3"/>
          <p:cNvSpPr/>
          <p:nvPr/>
        </p:nvSpPr>
        <p:spPr>
          <a:xfrm>
            <a:off x="3293668" y="4572000"/>
            <a:ext cx="1161288" cy="777240"/>
          </a:xfrm>
          <a:prstGeom prst="rect">
            <a:avLst/>
          </a:prstGeom>
          <a:solidFill>
            <a:srgbClr val="F2F2F2"/>
          </a:solidFill>
          <a:ln w="12700">
            <a:solidFill>
              <a:srgbClr val="A6A6A6"/>
            </a:solidFill>
          </a:ln>
        </p:spPr>
        <p:txBody>
          <a:bodyPr wrap="square" lIns="54864" tIns="27432" rIns="54864" bIns="27432" rtlCol="0" anchor="ctr"/>
          <a:lstStyle/>
          <a:p>
            <a:pPr marL="0" indent="0" algn="ctr">
              <a:spcBef>
                <a:spcPts val="0"/>
              </a:spcBef>
              <a:spcAft>
                <a:spcPts val="0"/>
              </a:spcAft>
              <a:buNone/>
            </a:pPr>
            <a:r>
              <a:rPr sz="1400" b="1" i="0">
                <a:solidFill>
                  <a:srgbClr val="262626"/>
                </a:solidFill>
                <a:latin typeface="Times New Roman"/>
              </a:rPr>
              <a:t>Nearby Worker Search</a:t>
            </a:r>
          </a:p>
        </p:txBody>
      </p:sp>
      <p:sp>
        <p:nvSpPr>
          <p:cNvPr id="13" name="TextBox 12"/>
          <p:cNvSpPr txBox="1"/>
          <p:nvPr/>
        </p:nvSpPr>
        <p:spPr>
          <a:xfrm>
            <a:off x="4454956" y="4572000"/>
            <a:ext cx="234086" cy="777240"/>
          </a:xfrm>
          <a:prstGeom prst="rect">
            <a:avLst/>
          </a:prstGeom>
          <a:noFill/>
        </p:spPr>
        <p:txBody>
          <a:bodyPr wrap="square" lIns="0" tIns="27432" rIns="0" bIns="27432" anchor="ctr">
            <a:spAutoFit/>
          </a:bodyPr>
          <a:lstStyle/>
          <a:p>
            <a:pPr marL="0" indent="0" algn="ctr">
              <a:spcBef>
                <a:spcPts val="0"/>
              </a:spcBef>
              <a:spcAft>
                <a:spcPts val="0"/>
              </a:spcAft>
              <a:buNone/>
            </a:pPr>
            <a:r>
              <a:rPr sz="1800" b="0" i="0">
                <a:solidFill>
                  <a:srgbClr val="696464"/>
                </a:solidFill>
                <a:latin typeface="Arial"/>
              </a:rPr>
              <a:t>→</a:t>
            </a:r>
          </a:p>
        </p:txBody>
      </p:sp>
      <p:sp>
        <p:nvSpPr>
          <p:cNvPr id="14" name="Flow 4"/>
          <p:cNvSpPr/>
          <p:nvPr/>
        </p:nvSpPr>
        <p:spPr>
          <a:xfrm>
            <a:off x="4689043" y="4572000"/>
            <a:ext cx="1161288" cy="777240"/>
          </a:xfrm>
          <a:prstGeom prst="rect">
            <a:avLst/>
          </a:prstGeom>
          <a:solidFill>
            <a:srgbClr val="F2F2F2"/>
          </a:solidFill>
          <a:ln w="12700">
            <a:solidFill>
              <a:srgbClr val="A6A6A6"/>
            </a:solidFill>
          </a:ln>
        </p:spPr>
        <p:txBody>
          <a:bodyPr wrap="square" lIns="54864" tIns="27432" rIns="54864" bIns="27432" rtlCol="0" anchor="ctr"/>
          <a:lstStyle/>
          <a:p>
            <a:pPr marL="0" indent="0" algn="ctr">
              <a:spcBef>
                <a:spcPts val="0"/>
              </a:spcBef>
              <a:spcAft>
                <a:spcPts val="0"/>
              </a:spcAft>
              <a:buNone/>
            </a:pPr>
            <a:r>
              <a:rPr sz="1400" b="1" i="0">
                <a:solidFill>
                  <a:srgbClr val="262626"/>
                </a:solidFill>
                <a:latin typeface="Times New Roman"/>
              </a:rPr>
              <a:t>AI Ranking</a:t>
            </a:r>
          </a:p>
        </p:txBody>
      </p:sp>
      <p:sp>
        <p:nvSpPr>
          <p:cNvPr id="15" name="TextBox 14"/>
          <p:cNvSpPr txBox="1"/>
          <p:nvPr/>
        </p:nvSpPr>
        <p:spPr>
          <a:xfrm>
            <a:off x="5850331" y="4572000"/>
            <a:ext cx="234086" cy="777240"/>
          </a:xfrm>
          <a:prstGeom prst="rect">
            <a:avLst/>
          </a:prstGeom>
          <a:noFill/>
        </p:spPr>
        <p:txBody>
          <a:bodyPr wrap="square" lIns="0" tIns="27432" rIns="0" bIns="27432" anchor="ctr">
            <a:spAutoFit/>
          </a:bodyPr>
          <a:lstStyle/>
          <a:p>
            <a:pPr marL="0" indent="0" algn="ctr">
              <a:spcBef>
                <a:spcPts val="0"/>
              </a:spcBef>
              <a:spcAft>
                <a:spcPts val="0"/>
              </a:spcAft>
              <a:buNone/>
            </a:pPr>
            <a:r>
              <a:rPr sz="1800" b="0" i="0">
                <a:solidFill>
                  <a:srgbClr val="696464"/>
                </a:solidFill>
                <a:latin typeface="Arial"/>
              </a:rPr>
              <a:t>→</a:t>
            </a:r>
          </a:p>
        </p:txBody>
      </p:sp>
      <p:sp>
        <p:nvSpPr>
          <p:cNvPr id="16" name="Flow 5"/>
          <p:cNvSpPr/>
          <p:nvPr/>
        </p:nvSpPr>
        <p:spPr>
          <a:xfrm>
            <a:off x="6084417" y="4572000"/>
            <a:ext cx="1161288" cy="777240"/>
          </a:xfrm>
          <a:prstGeom prst="rect">
            <a:avLst/>
          </a:prstGeom>
          <a:solidFill>
            <a:srgbClr val="F2F2F2"/>
          </a:solidFill>
          <a:ln w="12700">
            <a:solidFill>
              <a:srgbClr val="A6A6A6"/>
            </a:solidFill>
          </a:ln>
        </p:spPr>
        <p:txBody>
          <a:bodyPr wrap="square" lIns="54864" tIns="27432" rIns="54864" bIns="27432" rtlCol="0" anchor="ctr"/>
          <a:lstStyle/>
          <a:p>
            <a:pPr marL="0" indent="0" algn="ctr">
              <a:spcBef>
                <a:spcPts val="0"/>
              </a:spcBef>
              <a:spcAft>
                <a:spcPts val="0"/>
              </a:spcAft>
              <a:buNone/>
            </a:pPr>
            <a:r>
              <a:rPr sz="1400" b="1" i="0">
                <a:solidFill>
                  <a:srgbClr val="262626"/>
                </a:solidFill>
                <a:latin typeface="Times New Roman"/>
              </a:rPr>
              <a:t>Best Worker</a:t>
            </a:r>
          </a:p>
        </p:txBody>
      </p:sp>
      <p:sp>
        <p:nvSpPr>
          <p:cNvPr id="17" name="TextBox 16"/>
          <p:cNvSpPr txBox="1"/>
          <p:nvPr/>
        </p:nvSpPr>
        <p:spPr>
          <a:xfrm>
            <a:off x="7245705" y="4572000"/>
            <a:ext cx="234086" cy="777240"/>
          </a:xfrm>
          <a:prstGeom prst="rect">
            <a:avLst/>
          </a:prstGeom>
          <a:noFill/>
        </p:spPr>
        <p:txBody>
          <a:bodyPr wrap="square" lIns="0" tIns="27432" rIns="0" bIns="27432" anchor="ctr">
            <a:spAutoFit/>
          </a:bodyPr>
          <a:lstStyle/>
          <a:p>
            <a:pPr marL="0" indent="0" algn="ctr">
              <a:spcBef>
                <a:spcPts val="0"/>
              </a:spcBef>
              <a:spcAft>
                <a:spcPts val="0"/>
              </a:spcAft>
              <a:buNone/>
            </a:pPr>
            <a:r>
              <a:rPr sz="1800" b="0" i="0">
                <a:solidFill>
                  <a:srgbClr val="696464"/>
                </a:solidFill>
                <a:latin typeface="Arial"/>
              </a:rPr>
              <a:t>→</a:t>
            </a:r>
          </a:p>
        </p:txBody>
      </p:sp>
      <p:sp>
        <p:nvSpPr>
          <p:cNvPr id="18" name="Flow 6"/>
          <p:cNvSpPr/>
          <p:nvPr/>
        </p:nvSpPr>
        <p:spPr>
          <a:xfrm>
            <a:off x="7479792" y="4572000"/>
            <a:ext cx="1161288" cy="777240"/>
          </a:xfrm>
          <a:prstGeom prst="rect">
            <a:avLst/>
          </a:prstGeom>
          <a:solidFill>
            <a:srgbClr val="F2F2F2"/>
          </a:solidFill>
          <a:ln w="12700">
            <a:solidFill>
              <a:srgbClr val="A6A6A6"/>
            </a:solidFill>
          </a:ln>
        </p:spPr>
        <p:txBody>
          <a:bodyPr wrap="square" lIns="54864" tIns="27432" rIns="54864" bIns="27432" rtlCol="0" anchor="ctr"/>
          <a:lstStyle/>
          <a:p>
            <a:pPr marL="0" indent="0" algn="ctr">
              <a:spcBef>
                <a:spcPts val="0"/>
              </a:spcBef>
              <a:spcAft>
                <a:spcPts val="0"/>
              </a:spcAft>
              <a:buNone/>
            </a:pPr>
            <a:r>
              <a:rPr sz="1400" b="1" i="0">
                <a:solidFill>
                  <a:srgbClr val="262626"/>
                </a:solidFill>
                <a:latin typeface="Times New Roman"/>
              </a:rPr>
              <a:t>Service</a:t>
            </a:r>
          </a:p>
        </p:txBody>
      </p:sp>
      <p:sp>
        <p:nvSpPr>
          <p:cNvPr id="19" name="TextBox 18"/>
          <p:cNvSpPr txBox="1"/>
          <p:nvPr/>
        </p:nvSpPr>
        <p:spPr>
          <a:xfrm>
            <a:off x="502920" y="5440680"/>
            <a:ext cx="8138160" cy="365760"/>
          </a:xfrm>
          <a:prstGeom prst="rect">
            <a:avLst/>
          </a:prstGeom>
          <a:noFill/>
        </p:spPr>
        <p:txBody>
          <a:bodyPr wrap="square" lIns="45720" tIns="27432" rIns="45720" bIns="27432" anchor="t">
            <a:spAutoFit/>
          </a:bodyPr>
          <a:lstStyle/>
          <a:p>
            <a:pPr marL="0" indent="0" algn="ctr">
              <a:spcBef>
                <a:spcPts val="0"/>
              </a:spcBef>
              <a:spcAft>
                <a:spcPts val="0"/>
              </a:spcAft>
              <a:buNone/>
            </a:pPr>
            <a:r>
              <a:rPr sz="1300" b="0" i="1">
                <a:solidFill>
                  <a:srgbClr val="696464"/>
                </a:solidFill>
                <a:latin typeface="Times New Roman"/>
              </a:rPr>
              <a:t>Working flow of the system</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622;p31"/>
          <p:cNvSpPr txBox="1">
            <a:spLocks noGrp="1"/>
          </p:cNvSpPr>
          <p:nvPr>
            <p:ph type="title"/>
          </p:nvPr>
        </p:nvSpPr>
        <p:spPr>
          <a:xfrm>
            <a:off x="502920" y="274320"/>
            <a:ext cx="8138160" cy="804672"/>
          </a:xfrm>
          <a:prstGeom prst="rect">
            <a:avLst/>
          </a:prstGeom>
          <a:noFill/>
          <a:ln>
            <a:noFill/>
          </a:ln>
        </p:spPr>
        <p:txBody>
          <a:bodyPr spcFirstLastPara="1" wrap="square" lIns="91425" tIns="45700" rIns="91425" bIns="91425" anchor="b" anchorCtr="0">
            <a:noAutofit/>
          </a:bodyPr>
          <a:lstStyle/>
          <a:p>
            <a:pPr marL="0" lvl="0" indent="0" algn="l" rtl="0">
              <a:lnSpc>
                <a:spcPct val="100000"/>
              </a:lnSpc>
              <a:spcBef>
                <a:spcPts val="0"/>
              </a:spcBef>
              <a:spcAft>
                <a:spcPts val="0"/>
              </a:spcAft>
              <a:buSzPts val="1400"/>
              <a:buNone/>
            </a:pPr>
            <a:r>
              <a:rPr lang="en-US" sz="2400" b="1"/>
              <a:t>Relevance to Current Technology Trends</a:t>
            </a:r>
            <a:endParaRPr/>
          </a:p>
        </p:txBody>
      </p:sp>
      <p:sp>
        <p:nvSpPr>
          <p:cNvPr id="5" name="Google Shape;624;p31"/>
          <p:cNvSpPr/>
          <p:nvPr/>
        </p:nvSpPr>
        <p:spPr>
          <a:xfrm>
            <a:off x="7845552" y="6096000"/>
            <a:ext cx="841248" cy="457200"/>
          </a:xfrm>
          <a:prstGeom prst="ellipse">
            <a:avLst/>
          </a:prstGeom>
          <a:solidFill>
            <a:schemeClr val="accent1"/>
          </a:solidFill>
          <a:ln>
            <a:noFill/>
          </a:ln>
        </p:spPr>
        <p:txBody>
          <a:bodyPr spcFirstLastPara="1" wrap="square" lIns="0" tIns="0" rIns="0" bIns="0" anchor="ctr" anchorCtr="1">
            <a:noAutofit/>
          </a:bodyPr>
          <a:lstStyle/>
          <a:p>
            <a:pPr marL="0" marR="0" lvl="0" indent="0" algn="ctr" rtl="0">
              <a:lnSpc>
                <a:spcPct val="100000"/>
              </a:lnSpc>
              <a:spcBef>
                <a:spcPts val="0"/>
              </a:spcBef>
              <a:spcAft>
                <a:spcPts val="0"/>
              </a:spcAft>
              <a:buClr>
                <a:srgbClr val="FFFFFF"/>
              </a:buClr>
              <a:buSzPts val="1400"/>
              <a:buFont typeface="Libre Franklin"/>
              <a:buNone/>
            </a:pPr>
            <a:fld id="{00000000-1234-1234-1234-123412341234}" type="slidenum">
              <a:rPr lang="en-US" sz="1400" b="0" i="0" u="none" strike="noStrike" cap="none">
                <a:solidFill>
                  <a:srgbClr val="FFFFFF"/>
                </a:solidFill>
                <a:latin typeface="Libre Franklin"/>
                <a:ea typeface="Libre Franklin"/>
                <a:cs typeface="Libre Franklin"/>
                <a:sym typeface="Libre Franklin"/>
              </a:rPr>
              <a:t>4</a:t>
            </a:fld>
            <a:r>
              <a:rPr lang="en-US" sz="1400" b="0" i="0" u="none" strike="noStrike" cap="none">
                <a:solidFill>
                  <a:srgbClr val="FFFFFF"/>
                </a:solidFill>
                <a:latin typeface="Libre Franklin"/>
                <a:ea typeface="Libre Franklin"/>
                <a:cs typeface="Libre Franklin"/>
                <a:sym typeface="Libre Franklin"/>
              </a:rPr>
              <a:t>/17</a:t>
            </a:r>
            <a:endParaRPr sz="1400" b="0" i="0" u="none" strike="noStrike" cap="none">
              <a:solidFill>
                <a:srgbClr val="000000"/>
              </a:solidFill>
              <a:latin typeface="Arial"/>
              <a:ea typeface="Arial"/>
              <a:cs typeface="Arial"/>
              <a:sym typeface="Arial"/>
            </a:endParaRPr>
          </a:p>
        </p:txBody>
      </p:sp>
      <p:sp>
        <p:nvSpPr>
          <p:cNvPr id="6" name="Google Shape;625;p31"/>
          <p:cNvSpPr txBox="1"/>
          <p:nvPr/>
        </p:nvSpPr>
        <p:spPr>
          <a:xfrm>
            <a:off x="5582920" y="6324600"/>
            <a:ext cx="3962400" cy="457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2"/>
              </a:buClr>
              <a:buSzPts val="1400"/>
              <a:buFont typeface="Libre Baskerville"/>
              <a:buNone/>
            </a:pPr>
            <a:r>
              <a:rPr lang="en-US" sz="1200" b="0" i="0" u="none" strike="noStrike" cap="none" dirty="0">
                <a:solidFill>
                  <a:schemeClr val="dk2"/>
                </a:solidFill>
                <a:latin typeface="Times New Roman" panose="02020603050405020304" pitchFamily="18" charset="0"/>
                <a:ea typeface="Libre Baskerville"/>
                <a:cs typeface="Times New Roman" panose="02020603050405020304" pitchFamily="18" charset="0"/>
                <a:sym typeface="Libre Baskerville"/>
              </a:rPr>
              <a:t>AI-Powered Smart Worker Finder</a:t>
            </a:r>
            <a:endParaRPr sz="12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7" name="Trends box"/>
          <p:cNvSpPr/>
          <p:nvPr/>
        </p:nvSpPr>
        <p:spPr>
          <a:xfrm>
            <a:off x="502920" y="1280160"/>
            <a:ext cx="3931920" cy="4480560"/>
          </a:xfrm>
          <a:prstGeom prst="rect">
            <a:avLst/>
          </a:prstGeom>
          <a:noFill/>
          <a:ln w="12700">
            <a:solidFill>
              <a:srgbClr val="A6A6A6"/>
            </a:solidFill>
          </a:ln>
        </p:spPr>
        <p:txBody>
          <a:bodyPr rtlCol="0" anchor="ctr"/>
          <a:lstStyle/>
          <a:p>
            <a:pPr algn="ctr"/>
            <a:endParaRPr/>
          </a:p>
        </p:txBody>
      </p:sp>
      <p:sp>
        <p:nvSpPr>
          <p:cNvPr id="8" name="Applications box"/>
          <p:cNvSpPr/>
          <p:nvPr/>
        </p:nvSpPr>
        <p:spPr>
          <a:xfrm>
            <a:off x="4709160" y="1280160"/>
            <a:ext cx="3931920" cy="4480560"/>
          </a:xfrm>
          <a:prstGeom prst="rect">
            <a:avLst/>
          </a:prstGeom>
          <a:noFill/>
          <a:ln w="12700">
            <a:solidFill>
              <a:srgbClr val="A6A6A6"/>
            </a:solidFill>
          </a:ln>
        </p:spPr>
        <p:txBody>
          <a:bodyPr rtlCol="0" anchor="ctr"/>
          <a:lstStyle/>
          <a:p>
            <a:pPr algn="ctr"/>
            <a:endParaRPr/>
          </a:p>
        </p:txBody>
      </p:sp>
      <p:sp>
        <p:nvSpPr>
          <p:cNvPr id="9" name="TextBox 8"/>
          <p:cNvSpPr txBox="1"/>
          <p:nvPr/>
        </p:nvSpPr>
        <p:spPr>
          <a:xfrm>
            <a:off x="640080" y="1371600"/>
            <a:ext cx="3657600" cy="365760"/>
          </a:xfrm>
          <a:prstGeom prst="rect">
            <a:avLst/>
          </a:prstGeom>
          <a:noFill/>
        </p:spPr>
        <p:txBody>
          <a:bodyPr wrap="square" lIns="45720" tIns="27432" rIns="45720" bIns="27432" anchor="ctr">
            <a:spAutoFit/>
          </a:bodyPr>
          <a:lstStyle/>
          <a:p>
            <a:pPr marL="0" indent="0">
              <a:spcBef>
                <a:spcPts val="0"/>
              </a:spcBef>
              <a:spcAft>
                <a:spcPts val="0"/>
              </a:spcAft>
              <a:buNone/>
            </a:pPr>
            <a:r>
              <a:rPr sz="1800" b="1" i="0">
                <a:solidFill>
                  <a:srgbClr val="D34817"/>
                </a:solidFill>
                <a:latin typeface="Times New Roman"/>
              </a:rPr>
              <a:t>Technology trends</a:t>
            </a:r>
          </a:p>
        </p:txBody>
      </p:sp>
      <p:sp>
        <p:nvSpPr>
          <p:cNvPr id="10" name="TextBox 9"/>
          <p:cNvSpPr txBox="1"/>
          <p:nvPr/>
        </p:nvSpPr>
        <p:spPr>
          <a:xfrm>
            <a:off x="640080" y="1828800"/>
            <a:ext cx="3657600" cy="3769237"/>
          </a:xfrm>
          <a:prstGeom prst="rect">
            <a:avLst/>
          </a:prstGeom>
          <a:noFill/>
        </p:spPr>
        <p:txBody>
          <a:bodyPr wrap="square" lIns="45720" tIns="27432" rIns="45720" bIns="27432" anchor="t">
            <a:spAutoFit/>
          </a:bodyPr>
          <a:lstStyle/>
          <a:p>
            <a:pPr marL="228600" indent="-228600">
              <a:spcBef>
                <a:spcPts val="0"/>
              </a:spcBef>
              <a:spcAft>
                <a:spcPts val="800"/>
              </a:spcAft>
              <a:buFont typeface="Arial"/>
              <a:buChar char="•"/>
            </a:pPr>
            <a:r>
              <a:rPr sz="1600" b="1" i="0" dirty="0">
                <a:solidFill>
                  <a:srgbClr val="262626"/>
                </a:solidFill>
                <a:latin typeface="Times New Roman"/>
              </a:rPr>
              <a:t>Machine Learning and Recommendation Systems: </a:t>
            </a:r>
            <a:r>
              <a:rPr sz="1600" b="0" i="0" dirty="0">
                <a:solidFill>
                  <a:srgbClr val="262626"/>
                </a:solidFill>
                <a:latin typeface="Times New Roman"/>
              </a:rPr>
              <a:t>rank and recommend the best choice </a:t>
            </a:r>
            <a:endParaRPr lang="en-IN" sz="1600" dirty="0">
              <a:solidFill>
                <a:srgbClr val="262626"/>
              </a:solidFill>
              <a:latin typeface="Times New Roman"/>
            </a:endParaRPr>
          </a:p>
          <a:p>
            <a:pPr marL="228600" indent="-228600">
              <a:spcBef>
                <a:spcPts val="0"/>
              </a:spcBef>
              <a:spcAft>
                <a:spcPts val="800"/>
              </a:spcAft>
              <a:buFont typeface="Arial"/>
              <a:buChar char="•"/>
            </a:pPr>
            <a:r>
              <a:rPr sz="1600" b="1" i="0" dirty="0">
                <a:solidFill>
                  <a:srgbClr val="262626"/>
                </a:solidFill>
                <a:latin typeface="Times New Roman"/>
              </a:rPr>
              <a:t>Location-Based Services: </a:t>
            </a:r>
            <a:r>
              <a:rPr sz="1600" b="0" i="0" dirty="0">
                <a:solidFill>
                  <a:srgbClr val="262626"/>
                </a:solidFill>
                <a:latin typeface="Times New Roman"/>
              </a:rPr>
              <a:t>find workers near the job</a:t>
            </a:r>
          </a:p>
          <a:p>
            <a:pPr marL="228600" indent="-228600">
              <a:spcBef>
                <a:spcPts val="0"/>
              </a:spcBef>
              <a:spcAft>
                <a:spcPts val="800"/>
              </a:spcAft>
              <a:buFont typeface="Arial"/>
              <a:buChar char="•"/>
            </a:pPr>
            <a:r>
              <a:rPr sz="1600" b="1" i="0" dirty="0">
                <a:solidFill>
                  <a:srgbClr val="262626"/>
                </a:solidFill>
                <a:latin typeface="Times New Roman"/>
              </a:rPr>
              <a:t>Real-Time Computing: </a:t>
            </a:r>
            <a:r>
              <a:rPr sz="1600" b="0" i="0" dirty="0">
                <a:solidFill>
                  <a:srgbClr val="262626"/>
                </a:solidFill>
                <a:latin typeface="Times New Roman"/>
              </a:rPr>
              <a:t>keep availability up to date</a:t>
            </a:r>
          </a:p>
          <a:p>
            <a:pPr marL="228600" indent="-228600">
              <a:spcBef>
                <a:spcPts val="0"/>
              </a:spcBef>
              <a:spcAft>
                <a:spcPts val="800"/>
              </a:spcAft>
              <a:buFont typeface="Arial"/>
              <a:buChar char="•"/>
            </a:pPr>
            <a:r>
              <a:rPr sz="1600" b="1" i="0" dirty="0">
                <a:solidFill>
                  <a:srgbClr val="262626"/>
                </a:solidFill>
                <a:latin typeface="Times New Roman"/>
              </a:rPr>
              <a:t>Cloud Computing: </a:t>
            </a:r>
            <a:r>
              <a:rPr sz="1600" b="0" i="0" dirty="0">
                <a:solidFill>
                  <a:srgbClr val="262626"/>
                </a:solidFill>
                <a:latin typeface="Times New Roman"/>
              </a:rPr>
              <a:t>host services and scale with demand</a:t>
            </a:r>
          </a:p>
          <a:p>
            <a:pPr marL="228600" indent="-228600">
              <a:spcBef>
                <a:spcPts val="0"/>
              </a:spcBef>
              <a:spcAft>
                <a:spcPts val="800"/>
              </a:spcAft>
              <a:buFont typeface="Arial"/>
              <a:buChar char="•"/>
            </a:pPr>
            <a:r>
              <a:rPr sz="1600" b="1" i="0" dirty="0">
                <a:solidFill>
                  <a:srgbClr val="262626"/>
                </a:solidFill>
                <a:latin typeface="Times New Roman"/>
              </a:rPr>
              <a:t>Generative AI / NLP: </a:t>
            </a:r>
            <a:r>
              <a:rPr sz="1600" b="0" i="0" dirty="0">
                <a:solidFill>
                  <a:srgbClr val="262626"/>
                </a:solidFill>
                <a:latin typeface="Times New Roman"/>
              </a:rPr>
              <a:t>read the problem in plain words</a:t>
            </a:r>
          </a:p>
          <a:p>
            <a:pPr marL="228600" indent="-228600">
              <a:spcBef>
                <a:spcPts val="0"/>
              </a:spcBef>
              <a:spcAft>
                <a:spcPts val="0"/>
              </a:spcAft>
              <a:buFont typeface="Arial"/>
              <a:buChar char="•"/>
            </a:pPr>
            <a:r>
              <a:rPr sz="1600" b="1" i="0" dirty="0">
                <a:solidFill>
                  <a:srgbClr val="262626"/>
                </a:solidFill>
                <a:latin typeface="Times New Roman"/>
              </a:rPr>
              <a:t>Multi-Armed Bandits: </a:t>
            </a:r>
            <a:r>
              <a:rPr sz="1600" b="0" i="0" dirty="0">
                <a:solidFill>
                  <a:srgbClr val="262626"/>
                </a:solidFill>
                <a:latin typeface="Times New Roman"/>
              </a:rPr>
              <a:t>learn worker quality </a:t>
            </a:r>
          </a:p>
        </p:txBody>
      </p:sp>
      <p:sp>
        <p:nvSpPr>
          <p:cNvPr id="11" name="TextBox 10"/>
          <p:cNvSpPr txBox="1"/>
          <p:nvPr/>
        </p:nvSpPr>
        <p:spPr>
          <a:xfrm>
            <a:off x="4846320" y="1371600"/>
            <a:ext cx="3657600" cy="365760"/>
          </a:xfrm>
          <a:prstGeom prst="rect">
            <a:avLst/>
          </a:prstGeom>
          <a:noFill/>
        </p:spPr>
        <p:txBody>
          <a:bodyPr wrap="square" lIns="45720" tIns="27432" rIns="45720" bIns="27432" anchor="ctr">
            <a:spAutoFit/>
          </a:bodyPr>
          <a:lstStyle/>
          <a:p>
            <a:pPr marL="0" indent="0">
              <a:spcBef>
                <a:spcPts val="0"/>
              </a:spcBef>
              <a:spcAft>
                <a:spcPts val="0"/>
              </a:spcAft>
              <a:buNone/>
            </a:pPr>
            <a:r>
              <a:rPr sz="1800" b="1" i="0">
                <a:solidFill>
                  <a:srgbClr val="D34817"/>
                </a:solidFill>
                <a:latin typeface="Times New Roman"/>
              </a:rPr>
              <a:t>Applications</a:t>
            </a:r>
          </a:p>
        </p:txBody>
      </p:sp>
      <p:sp>
        <p:nvSpPr>
          <p:cNvPr id="12" name="TextBox 11"/>
          <p:cNvSpPr txBox="1"/>
          <p:nvPr/>
        </p:nvSpPr>
        <p:spPr>
          <a:xfrm>
            <a:off x="4846320" y="1828800"/>
            <a:ext cx="3657600" cy="2886944"/>
          </a:xfrm>
          <a:prstGeom prst="rect">
            <a:avLst/>
          </a:prstGeom>
          <a:noFill/>
        </p:spPr>
        <p:txBody>
          <a:bodyPr wrap="square" lIns="45720" tIns="27432" rIns="45720" bIns="27432" anchor="t">
            <a:spAutoFit/>
          </a:bodyPr>
          <a:lstStyle/>
          <a:p>
            <a:pPr marL="228600" indent="-228600">
              <a:spcBef>
                <a:spcPts val="0"/>
              </a:spcBef>
              <a:spcAft>
                <a:spcPts val="800"/>
              </a:spcAft>
              <a:buFont typeface="Arial"/>
              <a:buChar char="•"/>
            </a:pPr>
            <a:r>
              <a:rPr sz="1600" b="0" i="0" dirty="0">
                <a:solidFill>
                  <a:srgbClr val="262626"/>
                </a:solidFill>
                <a:latin typeface="Times New Roman"/>
              </a:rPr>
              <a:t>Home services: electricians, plumbers, carpenters, technicians</a:t>
            </a:r>
          </a:p>
          <a:p>
            <a:pPr marL="228600" indent="-228600">
              <a:spcBef>
                <a:spcPts val="0"/>
              </a:spcBef>
              <a:spcAft>
                <a:spcPts val="800"/>
              </a:spcAft>
              <a:buFont typeface="Arial"/>
              <a:buChar char="•"/>
            </a:pPr>
            <a:r>
              <a:rPr sz="1600" b="0" i="0" dirty="0">
                <a:solidFill>
                  <a:srgbClr val="262626"/>
                </a:solidFill>
                <a:latin typeface="Times New Roman"/>
              </a:rPr>
              <a:t>Vehicle repair and breakdown help</a:t>
            </a:r>
          </a:p>
          <a:p>
            <a:pPr marL="228600" indent="-228600">
              <a:spcBef>
                <a:spcPts val="0"/>
              </a:spcBef>
              <a:spcAft>
                <a:spcPts val="800"/>
              </a:spcAft>
              <a:buFont typeface="Arial"/>
              <a:buChar char="•"/>
            </a:pPr>
            <a:r>
              <a:rPr sz="1600" b="0" i="0" dirty="0">
                <a:solidFill>
                  <a:srgbClr val="262626"/>
                </a:solidFill>
                <a:latin typeface="Times New Roman"/>
              </a:rPr>
              <a:t>Appliance and device repair</a:t>
            </a:r>
          </a:p>
          <a:p>
            <a:pPr marL="228600" indent="-228600">
              <a:spcBef>
                <a:spcPts val="0"/>
              </a:spcBef>
              <a:spcAft>
                <a:spcPts val="800"/>
              </a:spcAft>
              <a:buFont typeface="Arial"/>
              <a:buChar char="•"/>
            </a:pPr>
            <a:r>
              <a:rPr sz="1600" b="0" i="0" dirty="0">
                <a:solidFill>
                  <a:srgbClr val="262626"/>
                </a:solidFill>
                <a:latin typeface="Times New Roman"/>
              </a:rPr>
              <a:t>Field service dispatch for utility and telecom work</a:t>
            </a:r>
          </a:p>
          <a:p>
            <a:pPr marL="228600" indent="-228600">
              <a:spcBef>
                <a:spcPts val="0"/>
              </a:spcBef>
              <a:spcAft>
                <a:spcPts val="800"/>
              </a:spcAft>
              <a:buFont typeface="Arial"/>
              <a:buChar char="•"/>
            </a:pPr>
            <a:r>
              <a:rPr sz="1600" b="0" i="0" dirty="0">
                <a:solidFill>
                  <a:srgbClr val="262626"/>
                </a:solidFill>
                <a:latin typeface="Times New Roman"/>
              </a:rPr>
              <a:t>Emergency and urgent repairs</a:t>
            </a:r>
          </a:p>
          <a:p>
            <a:pPr marL="228600" indent="-228600">
              <a:spcBef>
                <a:spcPts val="0"/>
              </a:spcBef>
              <a:spcAft>
                <a:spcPts val="800"/>
              </a:spcAft>
              <a:buFont typeface="Arial"/>
              <a:buChar char="•"/>
            </a:pPr>
            <a:r>
              <a:rPr sz="1600" b="0" i="0" dirty="0">
                <a:solidFill>
                  <a:srgbClr val="262626"/>
                </a:solidFill>
                <a:latin typeface="Times New Roman"/>
              </a:rPr>
              <a:t>On-demand local work</a:t>
            </a:r>
          </a:p>
          <a:p>
            <a:pPr marL="228600" indent="-228600">
              <a:spcBef>
                <a:spcPts val="0"/>
              </a:spcBef>
              <a:spcAft>
                <a:spcPts val="0"/>
              </a:spcAft>
              <a:buFont typeface="Arial"/>
              <a:buChar char="•"/>
            </a:pPr>
            <a:r>
              <a:rPr sz="1600" b="0" i="0" dirty="0">
                <a:solidFill>
                  <a:srgbClr val="262626"/>
                </a:solidFill>
                <a:latin typeface="Times New Roman"/>
              </a:rPr>
              <a:t>Task assignment in crowdsourcing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622;p31"/>
          <p:cNvSpPr txBox="1">
            <a:spLocks noGrp="1"/>
          </p:cNvSpPr>
          <p:nvPr>
            <p:ph type="title"/>
          </p:nvPr>
        </p:nvSpPr>
        <p:spPr>
          <a:xfrm>
            <a:off x="502920" y="274320"/>
            <a:ext cx="8138160" cy="804672"/>
          </a:xfrm>
          <a:prstGeom prst="rect">
            <a:avLst/>
          </a:prstGeom>
          <a:noFill/>
          <a:ln>
            <a:noFill/>
          </a:ln>
        </p:spPr>
        <p:txBody>
          <a:bodyPr spcFirstLastPara="1" wrap="square" lIns="91425" tIns="45700" rIns="91425" bIns="91425" anchor="b" anchorCtr="0">
            <a:noAutofit/>
          </a:bodyPr>
          <a:lstStyle/>
          <a:p>
            <a:pPr marL="0" lvl="0" indent="0" algn="l" rtl="0">
              <a:lnSpc>
                <a:spcPct val="100000"/>
              </a:lnSpc>
              <a:spcBef>
                <a:spcPts val="0"/>
              </a:spcBef>
              <a:spcAft>
                <a:spcPts val="0"/>
              </a:spcAft>
              <a:buSzPts val="1400"/>
              <a:buNone/>
            </a:pPr>
            <a:r>
              <a:rPr lang="en-US" sz="2400" b="1"/>
              <a:t>Literature Review</a:t>
            </a:r>
            <a:endParaRPr/>
          </a:p>
        </p:txBody>
      </p:sp>
      <p:sp>
        <p:nvSpPr>
          <p:cNvPr id="5" name="Google Shape;624;p31"/>
          <p:cNvSpPr/>
          <p:nvPr/>
        </p:nvSpPr>
        <p:spPr>
          <a:xfrm>
            <a:off x="7845552" y="6096000"/>
            <a:ext cx="841248" cy="457200"/>
          </a:xfrm>
          <a:prstGeom prst="ellipse">
            <a:avLst/>
          </a:prstGeom>
          <a:solidFill>
            <a:schemeClr val="accent1"/>
          </a:solidFill>
          <a:ln>
            <a:noFill/>
          </a:ln>
        </p:spPr>
        <p:txBody>
          <a:bodyPr spcFirstLastPara="1" wrap="square" lIns="0" tIns="0" rIns="0" bIns="0" anchor="ctr" anchorCtr="1">
            <a:noAutofit/>
          </a:bodyPr>
          <a:lstStyle/>
          <a:p>
            <a:pPr marL="0" marR="0" lvl="0" indent="0" algn="ctr" rtl="0">
              <a:lnSpc>
                <a:spcPct val="100000"/>
              </a:lnSpc>
              <a:spcBef>
                <a:spcPts val="0"/>
              </a:spcBef>
              <a:spcAft>
                <a:spcPts val="0"/>
              </a:spcAft>
              <a:buClr>
                <a:srgbClr val="FFFFFF"/>
              </a:buClr>
              <a:buSzPts val="1400"/>
              <a:buFont typeface="Libre Franklin"/>
              <a:buNone/>
            </a:pPr>
            <a:fld id="{00000000-1234-1234-1234-123412341234}" type="slidenum">
              <a:rPr lang="en-US" sz="1400" b="0" i="0" u="none" strike="noStrike" cap="none">
                <a:solidFill>
                  <a:srgbClr val="FFFFFF"/>
                </a:solidFill>
                <a:latin typeface="Libre Franklin"/>
                <a:ea typeface="Libre Franklin"/>
                <a:cs typeface="Libre Franklin"/>
                <a:sym typeface="Libre Franklin"/>
              </a:rPr>
              <a:t>5</a:t>
            </a:fld>
            <a:r>
              <a:rPr lang="en-US" sz="1400" b="0" i="0" u="none" strike="noStrike" cap="none">
                <a:solidFill>
                  <a:srgbClr val="FFFFFF"/>
                </a:solidFill>
                <a:latin typeface="Libre Franklin"/>
                <a:ea typeface="Libre Franklin"/>
                <a:cs typeface="Libre Franklin"/>
                <a:sym typeface="Libre Franklin"/>
              </a:rPr>
              <a:t>/17</a:t>
            </a:r>
            <a:endParaRPr sz="1400" b="0" i="0" u="none" strike="noStrike" cap="none">
              <a:solidFill>
                <a:srgbClr val="000000"/>
              </a:solidFill>
              <a:latin typeface="Arial"/>
              <a:ea typeface="Arial"/>
              <a:cs typeface="Arial"/>
              <a:sym typeface="Arial"/>
            </a:endParaRPr>
          </a:p>
        </p:txBody>
      </p:sp>
      <p:sp>
        <p:nvSpPr>
          <p:cNvPr id="6" name="Google Shape;625;p31"/>
          <p:cNvSpPr txBox="1"/>
          <p:nvPr/>
        </p:nvSpPr>
        <p:spPr>
          <a:xfrm>
            <a:off x="5379720" y="6355080"/>
            <a:ext cx="3962400" cy="457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2"/>
              </a:buClr>
              <a:buSzPts val="1400"/>
              <a:buFont typeface="Libre Baskerville"/>
              <a:buNone/>
            </a:pPr>
            <a:r>
              <a:rPr lang="en-US" sz="1400" b="0" i="0" u="none" strike="noStrike" cap="none" dirty="0">
                <a:solidFill>
                  <a:schemeClr val="dk2"/>
                </a:solidFill>
                <a:latin typeface="Times New Roman" panose="02020603050405020304" pitchFamily="18" charset="0"/>
                <a:ea typeface="Libre Baskerville"/>
                <a:cs typeface="Times New Roman" panose="02020603050405020304" pitchFamily="18" charset="0"/>
                <a:sym typeface="Libre Baskerville"/>
              </a:rPr>
              <a:t>AI-Powered Smart Worker Finder</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graphicFrame>
        <p:nvGraphicFramePr>
          <p:cNvPr id="7" name="Literature table"/>
          <p:cNvGraphicFramePr>
            <a:graphicFrameLocks noGrp="1"/>
          </p:cNvGraphicFramePr>
          <p:nvPr>
            <p:extLst>
              <p:ext uri="{D42A27DB-BD31-4B8C-83A1-F6EECF244321}">
                <p14:modId xmlns:p14="http://schemas.microsoft.com/office/powerpoint/2010/main" val="2423524939"/>
              </p:ext>
            </p:extLst>
          </p:nvPr>
        </p:nvGraphicFramePr>
        <p:xfrm>
          <a:off x="502920" y="1280160"/>
          <a:ext cx="8138160" cy="3840480"/>
        </p:xfrm>
        <a:graphic>
          <a:graphicData uri="http://schemas.openxmlformats.org/drawingml/2006/table">
            <a:tbl>
              <a:tblPr firstRow="1"/>
              <a:tblGrid>
                <a:gridCol w="502920">
                  <a:extLst>
                    <a:ext uri="{9D8B030D-6E8A-4147-A177-3AD203B41FA5}">
                      <a16:colId xmlns:a16="http://schemas.microsoft.com/office/drawing/2014/main" val="20000"/>
                    </a:ext>
                  </a:extLst>
                </a:gridCol>
                <a:gridCol w="178308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gridCol w="2651760">
                  <a:extLst>
                    <a:ext uri="{9D8B030D-6E8A-4147-A177-3AD203B41FA5}">
                      <a16:colId xmlns:a16="http://schemas.microsoft.com/office/drawing/2014/main" val="20003"/>
                    </a:ext>
                  </a:extLst>
                </a:gridCol>
              </a:tblGrid>
              <a:tr h="365760">
                <a:tc>
                  <a:txBody>
                    <a:bodyPr/>
                    <a:lstStyle/>
                    <a:p>
                      <a:pPr marL="0" indent="0" algn="l">
                        <a:spcBef>
                          <a:spcPts val="0"/>
                        </a:spcBef>
                        <a:spcAft>
                          <a:spcPts val="0"/>
                        </a:spcAft>
                        <a:buNone/>
                      </a:pPr>
                      <a:r>
                        <a:rPr sz="1400" b="1" i="0">
                          <a:solidFill>
                            <a:srgbClr val="FFFFFF"/>
                          </a:solidFill>
                          <a:latin typeface="Times New Roman"/>
                        </a:rPr>
                        <a:t>Ref</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D34817"/>
                    </a:solidFill>
                  </a:tcPr>
                </a:tc>
                <a:tc>
                  <a:txBody>
                    <a:bodyPr/>
                    <a:lstStyle/>
                    <a:p>
                      <a:pPr marL="0" indent="0" algn="l">
                        <a:spcBef>
                          <a:spcPts val="0"/>
                        </a:spcBef>
                        <a:spcAft>
                          <a:spcPts val="0"/>
                        </a:spcAft>
                        <a:buNone/>
                      </a:pPr>
                      <a:r>
                        <a:rPr sz="1400" b="1" i="0">
                          <a:solidFill>
                            <a:srgbClr val="FFFFFF"/>
                          </a:solidFill>
                          <a:latin typeface="Times New Roman"/>
                        </a:rPr>
                        <a:t>Authors, year</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D34817"/>
                    </a:solidFill>
                  </a:tcPr>
                </a:tc>
                <a:tc>
                  <a:txBody>
                    <a:bodyPr/>
                    <a:lstStyle/>
                    <a:p>
                      <a:pPr marL="0" indent="0" algn="l">
                        <a:spcBef>
                          <a:spcPts val="0"/>
                        </a:spcBef>
                        <a:spcAft>
                          <a:spcPts val="0"/>
                        </a:spcAft>
                        <a:buNone/>
                      </a:pPr>
                      <a:r>
                        <a:rPr sz="1400" b="1" i="0">
                          <a:solidFill>
                            <a:srgbClr val="FFFFFF"/>
                          </a:solidFill>
                          <a:latin typeface="Times New Roman"/>
                        </a:rPr>
                        <a:t>Method</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D34817"/>
                    </a:solidFill>
                  </a:tcPr>
                </a:tc>
                <a:tc>
                  <a:txBody>
                    <a:bodyPr/>
                    <a:lstStyle/>
                    <a:p>
                      <a:pPr marL="0" indent="0" algn="l">
                        <a:spcBef>
                          <a:spcPts val="0"/>
                        </a:spcBef>
                        <a:spcAft>
                          <a:spcPts val="0"/>
                        </a:spcAft>
                        <a:buNone/>
                      </a:pPr>
                      <a:r>
                        <a:rPr sz="1400" b="1" i="0">
                          <a:solidFill>
                            <a:srgbClr val="FFFFFF"/>
                          </a:solidFill>
                          <a:latin typeface="Times New Roman"/>
                        </a:rPr>
                        <a:t>Limitation</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D34817"/>
                    </a:solidFill>
                  </a:tcPr>
                </a:tc>
                <a:extLst>
                  <a:ext uri="{0D108BD9-81ED-4DB2-BD59-A6C34878D82A}">
                    <a16:rowId xmlns:a16="http://schemas.microsoft.com/office/drawing/2014/main" val="10000"/>
                  </a:ext>
                </a:extLst>
              </a:tr>
              <a:tr h="694944">
                <a:tc>
                  <a:txBody>
                    <a:bodyPr/>
                    <a:lstStyle/>
                    <a:p>
                      <a:pPr marL="0" indent="0" algn="l">
                        <a:spcBef>
                          <a:spcPts val="0"/>
                        </a:spcBef>
                        <a:spcAft>
                          <a:spcPts val="0"/>
                        </a:spcAft>
                        <a:buNone/>
                      </a:pPr>
                      <a:r>
                        <a:rPr sz="1400" b="1" i="0">
                          <a:solidFill>
                            <a:srgbClr val="262626"/>
                          </a:solidFill>
                          <a:latin typeface="Times New Roman"/>
                        </a:rPr>
                        <a:t>[1]</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FFFFFF"/>
                    </a:solidFill>
                  </a:tcPr>
                </a:tc>
                <a:tc>
                  <a:txBody>
                    <a:bodyPr/>
                    <a:lstStyle/>
                    <a:p>
                      <a:pPr marL="0" indent="0" algn="l">
                        <a:spcBef>
                          <a:spcPts val="0"/>
                        </a:spcBef>
                        <a:spcAft>
                          <a:spcPts val="0"/>
                        </a:spcAft>
                        <a:buNone/>
                      </a:pPr>
                      <a:r>
                        <a:rPr sz="1400" b="0" i="0">
                          <a:solidFill>
                            <a:srgbClr val="262626"/>
                          </a:solidFill>
                          <a:latin typeface="Times New Roman"/>
                        </a:rPr>
                        <a:t>CrowdBwO (base paper), 2026</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FFFFFF"/>
                    </a:solidFill>
                  </a:tcPr>
                </a:tc>
                <a:tc>
                  <a:txBody>
                    <a:bodyPr/>
                    <a:lstStyle/>
                    <a:p>
                      <a:pPr marL="0" indent="0" algn="l">
                        <a:spcBef>
                          <a:spcPts val="0"/>
                        </a:spcBef>
                        <a:spcAft>
                          <a:spcPts val="0"/>
                        </a:spcAft>
                        <a:buNone/>
                      </a:pPr>
                      <a:r>
                        <a:rPr sz="1400" b="0" i="0">
                          <a:solidFill>
                            <a:srgbClr val="262626"/>
                          </a:solidFill>
                          <a:latin typeface="Times New Roman"/>
                        </a:rPr>
                        <a:t>Multi-armed bandit learns worker quality; selects worker sets by quality, time and expense</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FFFFFF"/>
                    </a:solidFill>
                  </a:tcPr>
                </a:tc>
                <a:tc>
                  <a:txBody>
                    <a:bodyPr/>
                    <a:lstStyle/>
                    <a:p>
                      <a:pPr marL="0" indent="0" algn="l">
                        <a:spcBef>
                          <a:spcPts val="0"/>
                        </a:spcBef>
                        <a:spcAft>
                          <a:spcPts val="0"/>
                        </a:spcAft>
                        <a:buNone/>
                      </a:pPr>
                      <a:r>
                        <a:rPr sz="1400" b="0" i="0">
                          <a:solidFill>
                            <a:srgbClr val="262626"/>
                          </a:solidFill>
                          <a:latin typeface="Times New Roman"/>
                        </a:rPr>
                        <a:t>Built for multi-workerset crowdsourcing; location not central</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FFFFFF"/>
                    </a:solidFill>
                  </a:tcPr>
                </a:tc>
                <a:extLst>
                  <a:ext uri="{0D108BD9-81ED-4DB2-BD59-A6C34878D82A}">
                    <a16:rowId xmlns:a16="http://schemas.microsoft.com/office/drawing/2014/main" val="10001"/>
                  </a:ext>
                </a:extLst>
              </a:tr>
              <a:tr h="694944">
                <a:tc>
                  <a:txBody>
                    <a:bodyPr/>
                    <a:lstStyle/>
                    <a:p>
                      <a:pPr marL="0" indent="0" algn="l">
                        <a:spcBef>
                          <a:spcPts val="0"/>
                        </a:spcBef>
                        <a:spcAft>
                          <a:spcPts val="0"/>
                        </a:spcAft>
                        <a:buNone/>
                      </a:pPr>
                      <a:r>
                        <a:rPr sz="1400" b="1" i="0">
                          <a:solidFill>
                            <a:srgbClr val="262626"/>
                          </a:solidFill>
                          <a:latin typeface="Times New Roman"/>
                        </a:rPr>
                        <a:t>[2]</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FFFFFF"/>
                    </a:solidFill>
                  </a:tcPr>
                </a:tc>
                <a:tc>
                  <a:txBody>
                    <a:bodyPr/>
                    <a:lstStyle/>
                    <a:p>
                      <a:pPr marL="0" indent="0" algn="l">
                        <a:spcBef>
                          <a:spcPts val="0"/>
                        </a:spcBef>
                        <a:spcAft>
                          <a:spcPts val="0"/>
                        </a:spcAft>
                        <a:buNone/>
                      </a:pPr>
                      <a:r>
                        <a:rPr sz="1400" b="0" i="0" dirty="0">
                          <a:solidFill>
                            <a:srgbClr val="262626"/>
                          </a:solidFill>
                          <a:latin typeface="Times New Roman"/>
                        </a:rPr>
                        <a:t>Zhang and Sugiyama, 20</a:t>
                      </a:r>
                      <a:r>
                        <a:rPr lang="en-IN" sz="1400" b="0" i="0" dirty="0">
                          <a:solidFill>
                            <a:srgbClr val="262626"/>
                          </a:solidFill>
                          <a:latin typeface="Times New Roman"/>
                        </a:rPr>
                        <a:t>2</a:t>
                      </a:r>
                      <a:r>
                        <a:rPr sz="1400" b="0" i="0" dirty="0">
                          <a:solidFill>
                            <a:srgbClr val="262626"/>
                          </a:solidFill>
                          <a:latin typeface="Times New Roman"/>
                        </a:rPr>
                        <a:t>5</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FFFFFF"/>
                    </a:solidFill>
                  </a:tcPr>
                </a:tc>
                <a:tc>
                  <a:txBody>
                    <a:bodyPr/>
                    <a:lstStyle/>
                    <a:p>
                      <a:pPr marL="0" indent="0" algn="l">
                        <a:spcBef>
                          <a:spcPts val="0"/>
                        </a:spcBef>
                        <a:spcAft>
                          <a:spcPts val="0"/>
                        </a:spcAft>
                        <a:buNone/>
                      </a:pPr>
                      <a:r>
                        <a:rPr sz="1400" b="0" i="0">
                          <a:solidFill>
                            <a:srgbClr val="262626"/>
                          </a:solidFill>
                          <a:latin typeface="Times New Roman"/>
                        </a:rPr>
                        <a:t>Bandit-based task assignment with active-learning task selection</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FFFFFF"/>
                    </a:solidFill>
                  </a:tcPr>
                </a:tc>
                <a:tc>
                  <a:txBody>
                    <a:bodyPr/>
                    <a:lstStyle/>
                    <a:p>
                      <a:pPr marL="0" indent="0" algn="l">
                        <a:spcBef>
                          <a:spcPts val="0"/>
                        </a:spcBef>
                        <a:spcAft>
                          <a:spcPts val="0"/>
                        </a:spcAft>
                        <a:buNone/>
                      </a:pPr>
                      <a:r>
                        <a:rPr sz="1400" b="0" i="0">
                          <a:solidFill>
                            <a:srgbClr val="262626"/>
                          </a:solidFill>
                          <a:latin typeface="Times New Roman"/>
                        </a:rPr>
                        <a:t>Binary labels, simulated workers</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FFFFFF"/>
                    </a:solidFill>
                  </a:tcPr>
                </a:tc>
                <a:extLst>
                  <a:ext uri="{0D108BD9-81ED-4DB2-BD59-A6C34878D82A}">
                    <a16:rowId xmlns:a16="http://schemas.microsoft.com/office/drawing/2014/main" val="10002"/>
                  </a:ext>
                </a:extLst>
              </a:tr>
              <a:tr h="694944">
                <a:tc>
                  <a:txBody>
                    <a:bodyPr/>
                    <a:lstStyle/>
                    <a:p>
                      <a:pPr marL="0" indent="0" algn="l">
                        <a:spcBef>
                          <a:spcPts val="0"/>
                        </a:spcBef>
                        <a:spcAft>
                          <a:spcPts val="0"/>
                        </a:spcAft>
                        <a:buNone/>
                      </a:pPr>
                      <a:r>
                        <a:rPr sz="1400" b="1" i="0">
                          <a:solidFill>
                            <a:srgbClr val="262626"/>
                          </a:solidFill>
                          <a:latin typeface="Times New Roman"/>
                        </a:rPr>
                        <a:t>[3]</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FFFFFF"/>
                    </a:solidFill>
                  </a:tcPr>
                </a:tc>
                <a:tc>
                  <a:txBody>
                    <a:bodyPr/>
                    <a:lstStyle/>
                    <a:p>
                      <a:pPr marL="0" indent="0" algn="l">
                        <a:spcBef>
                          <a:spcPts val="0"/>
                        </a:spcBef>
                        <a:spcAft>
                          <a:spcPts val="0"/>
                        </a:spcAft>
                        <a:buNone/>
                      </a:pPr>
                      <a:r>
                        <a:rPr sz="1400" b="0" i="0" dirty="0">
                          <a:solidFill>
                            <a:srgbClr val="262626"/>
                          </a:solidFill>
                          <a:latin typeface="Times New Roman"/>
                        </a:rPr>
                        <a:t>Hassan and Curry, 20</a:t>
                      </a:r>
                      <a:r>
                        <a:rPr lang="en-IN" sz="1400" b="0" i="0" dirty="0">
                          <a:solidFill>
                            <a:srgbClr val="262626"/>
                          </a:solidFill>
                          <a:latin typeface="Times New Roman"/>
                        </a:rPr>
                        <a:t>2</a:t>
                      </a:r>
                      <a:r>
                        <a:rPr sz="1400" b="0" i="0" dirty="0">
                          <a:solidFill>
                            <a:srgbClr val="262626"/>
                          </a:solidFill>
                          <a:latin typeface="Times New Roman"/>
                        </a:rPr>
                        <a:t>6</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FFFFFF"/>
                    </a:solidFill>
                  </a:tcPr>
                </a:tc>
                <a:tc>
                  <a:txBody>
                    <a:bodyPr/>
                    <a:lstStyle/>
                    <a:p>
                      <a:pPr marL="0" indent="0" algn="l">
                        <a:spcBef>
                          <a:spcPts val="0"/>
                        </a:spcBef>
                        <a:spcAft>
                          <a:spcPts val="0"/>
                        </a:spcAft>
                        <a:buNone/>
                      </a:pPr>
                      <a:r>
                        <a:rPr sz="1400" b="0" i="0">
                          <a:solidFill>
                            <a:srgbClr val="262626"/>
                          </a:solidFill>
                          <a:latin typeface="Times New Roman"/>
                        </a:rPr>
                        <a:t>Spatial crowdsourcing with semi-bandit learning (DRR, DRR-UCB); about 80% less travel cost</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FFFFFF"/>
                    </a:solidFill>
                  </a:tcPr>
                </a:tc>
                <a:tc>
                  <a:txBody>
                    <a:bodyPr/>
                    <a:lstStyle/>
                    <a:p>
                      <a:pPr marL="0" indent="0" algn="l">
                        <a:spcBef>
                          <a:spcPts val="0"/>
                        </a:spcBef>
                        <a:spcAft>
                          <a:spcPts val="0"/>
                        </a:spcAft>
                        <a:buNone/>
                      </a:pPr>
                      <a:r>
                        <a:rPr sz="1400" b="0" i="0">
                          <a:solidFill>
                            <a:srgbClr val="262626"/>
                          </a:solidFill>
                          <a:latin typeface="Times New Roman"/>
                        </a:rPr>
                        <a:t>Reliability and travel cost only; skill and service cost not core</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FFFFFF"/>
                    </a:solidFill>
                  </a:tcPr>
                </a:tc>
                <a:extLst>
                  <a:ext uri="{0D108BD9-81ED-4DB2-BD59-A6C34878D82A}">
                    <a16:rowId xmlns:a16="http://schemas.microsoft.com/office/drawing/2014/main" val="10003"/>
                  </a:ext>
                </a:extLst>
              </a:tr>
              <a:tr h="694944">
                <a:tc>
                  <a:txBody>
                    <a:bodyPr/>
                    <a:lstStyle/>
                    <a:p>
                      <a:pPr marL="0" indent="0" algn="l">
                        <a:spcBef>
                          <a:spcPts val="0"/>
                        </a:spcBef>
                        <a:spcAft>
                          <a:spcPts val="0"/>
                        </a:spcAft>
                        <a:buNone/>
                      </a:pPr>
                      <a:r>
                        <a:rPr sz="1400" b="1" i="0">
                          <a:solidFill>
                            <a:srgbClr val="262626"/>
                          </a:solidFill>
                          <a:latin typeface="Times New Roman"/>
                        </a:rPr>
                        <a:t>[4]</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FFFFFF"/>
                    </a:solidFill>
                  </a:tcPr>
                </a:tc>
                <a:tc>
                  <a:txBody>
                    <a:bodyPr/>
                    <a:lstStyle/>
                    <a:p>
                      <a:pPr marL="0" indent="0" algn="l">
                        <a:spcBef>
                          <a:spcPts val="0"/>
                        </a:spcBef>
                        <a:spcAft>
                          <a:spcPts val="0"/>
                        </a:spcAft>
                        <a:buNone/>
                      </a:pPr>
                      <a:r>
                        <a:rPr sz="1400" b="0" i="0" dirty="0">
                          <a:solidFill>
                            <a:srgbClr val="262626"/>
                          </a:solidFill>
                          <a:latin typeface="Times New Roman"/>
                        </a:rPr>
                        <a:t>Cheng, Jian and Chen, 20</a:t>
                      </a:r>
                      <a:r>
                        <a:rPr lang="en-IN" sz="1400" b="0" i="0" dirty="0">
                          <a:solidFill>
                            <a:srgbClr val="262626"/>
                          </a:solidFill>
                          <a:latin typeface="Times New Roman"/>
                        </a:rPr>
                        <a:t>2</a:t>
                      </a:r>
                      <a:r>
                        <a:rPr sz="1400" b="0" i="0" dirty="0">
                          <a:solidFill>
                            <a:srgbClr val="262626"/>
                          </a:solidFill>
                          <a:latin typeface="Times New Roman"/>
                        </a:rPr>
                        <a:t>6</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FFFFFF"/>
                    </a:solidFill>
                  </a:tcPr>
                </a:tc>
                <a:tc>
                  <a:txBody>
                    <a:bodyPr/>
                    <a:lstStyle/>
                    <a:p>
                      <a:pPr marL="0" indent="0" algn="l">
                        <a:spcBef>
                          <a:spcPts val="0"/>
                        </a:spcBef>
                        <a:spcAft>
                          <a:spcPts val="0"/>
                        </a:spcAft>
                        <a:buNone/>
                      </a:pPr>
                      <a:r>
                        <a:rPr sz="1400" b="0" i="0">
                          <a:solidFill>
                            <a:srgbClr val="262626"/>
                          </a:solidFill>
                          <a:latin typeface="Times New Roman"/>
                        </a:rPr>
                        <a:t>Open-source comparison of existing spatial task-assignment algorithms</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FFFFFF"/>
                    </a:solidFill>
                  </a:tcPr>
                </a:tc>
                <a:tc>
                  <a:txBody>
                    <a:bodyPr/>
                    <a:lstStyle/>
                    <a:p>
                      <a:pPr marL="0" indent="0" algn="l">
                        <a:spcBef>
                          <a:spcPts val="0"/>
                        </a:spcBef>
                        <a:spcAft>
                          <a:spcPts val="0"/>
                        </a:spcAft>
                        <a:buNone/>
                      </a:pPr>
                      <a:r>
                        <a:rPr sz="1400" b="0" i="0">
                          <a:solidFill>
                            <a:srgbClr val="262626"/>
                          </a:solidFill>
                          <a:latin typeface="Times New Roman"/>
                        </a:rPr>
                        <a:t>Compares methods; no new ranking method</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FFFFFF"/>
                    </a:solidFill>
                  </a:tcPr>
                </a:tc>
                <a:extLst>
                  <a:ext uri="{0D108BD9-81ED-4DB2-BD59-A6C34878D82A}">
                    <a16:rowId xmlns:a16="http://schemas.microsoft.com/office/drawing/2014/main" val="10004"/>
                  </a:ext>
                </a:extLst>
              </a:tr>
              <a:tr h="694944">
                <a:tc>
                  <a:txBody>
                    <a:bodyPr/>
                    <a:lstStyle/>
                    <a:p>
                      <a:pPr marL="0" indent="0" algn="l">
                        <a:spcBef>
                          <a:spcPts val="0"/>
                        </a:spcBef>
                        <a:spcAft>
                          <a:spcPts val="0"/>
                        </a:spcAft>
                        <a:buNone/>
                      </a:pPr>
                      <a:r>
                        <a:rPr sz="1400" b="1" i="0">
                          <a:solidFill>
                            <a:srgbClr val="262626"/>
                          </a:solidFill>
                          <a:latin typeface="Times New Roman"/>
                        </a:rPr>
                        <a:t>[5]</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FFFFFF"/>
                    </a:solidFill>
                  </a:tcPr>
                </a:tc>
                <a:tc>
                  <a:txBody>
                    <a:bodyPr/>
                    <a:lstStyle/>
                    <a:p>
                      <a:pPr marL="0" indent="0" algn="l">
                        <a:spcBef>
                          <a:spcPts val="0"/>
                        </a:spcBef>
                        <a:spcAft>
                          <a:spcPts val="0"/>
                        </a:spcAft>
                        <a:buNone/>
                      </a:pPr>
                      <a:r>
                        <a:rPr sz="1400" b="0" i="0" dirty="0">
                          <a:solidFill>
                            <a:srgbClr val="262626"/>
                          </a:solidFill>
                          <a:latin typeface="Times New Roman"/>
                        </a:rPr>
                        <a:t>Goel, Rajpal and Mausam, 20</a:t>
                      </a:r>
                      <a:r>
                        <a:rPr lang="en-IN" sz="1400" b="0" i="0" dirty="0">
                          <a:solidFill>
                            <a:srgbClr val="262626"/>
                          </a:solidFill>
                          <a:latin typeface="Times New Roman"/>
                        </a:rPr>
                        <a:t>24</a:t>
                      </a:r>
                      <a:endParaRPr sz="1400" b="0" i="0" dirty="0">
                        <a:solidFill>
                          <a:srgbClr val="262626"/>
                        </a:solidFill>
                        <a:latin typeface="Times New Roman"/>
                      </a:endParaRP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FFFFFF"/>
                    </a:solidFill>
                  </a:tcPr>
                </a:tc>
                <a:tc>
                  <a:txBody>
                    <a:bodyPr/>
                    <a:lstStyle/>
                    <a:p>
                      <a:pPr marL="0" indent="0" algn="l">
                        <a:spcBef>
                          <a:spcPts val="0"/>
                        </a:spcBef>
                        <a:spcAft>
                          <a:spcPts val="0"/>
                        </a:spcAft>
                        <a:buNone/>
                      </a:pPr>
                      <a:r>
                        <a:rPr sz="1400" b="0" i="0">
                          <a:solidFill>
                            <a:srgbClr val="262626"/>
                          </a:solidFill>
                          <a:latin typeface="Times New Roman"/>
                        </a:rPr>
                        <a:t>Octopus: hierarchical POMDP balancing cost, quality and time</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FFFFFF"/>
                    </a:solidFill>
                  </a:tcPr>
                </a:tc>
                <a:tc>
                  <a:txBody>
                    <a:bodyPr/>
                    <a:lstStyle/>
                    <a:p>
                      <a:pPr marL="0" indent="0" algn="l">
                        <a:spcBef>
                          <a:spcPts val="0"/>
                        </a:spcBef>
                        <a:spcAft>
                          <a:spcPts val="0"/>
                        </a:spcAft>
                        <a:buNone/>
                      </a:pPr>
                      <a:r>
                        <a:rPr sz="1400" b="0" i="0" dirty="0">
                          <a:solidFill>
                            <a:srgbClr val="262626"/>
                          </a:solidFill>
                          <a:latin typeface="Times New Roman"/>
                        </a:rPr>
                        <a:t>Micro-task marketplace; skill and location not central</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8" name="TextBox 7"/>
          <p:cNvSpPr txBox="1"/>
          <p:nvPr/>
        </p:nvSpPr>
        <p:spPr>
          <a:xfrm>
            <a:off x="502920" y="5212080"/>
            <a:ext cx="8138160" cy="731520"/>
          </a:xfrm>
          <a:prstGeom prst="rect">
            <a:avLst/>
          </a:prstGeom>
          <a:noFill/>
        </p:spPr>
        <p:txBody>
          <a:bodyPr wrap="square" lIns="45720" tIns="27432" rIns="45720" bIns="27432" anchor="t">
            <a:spAutoFit/>
          </a:bodyPr>
          <a:lstStyle/>
          <a:p>
            <a:pPr marL="0" indent="0">
              <a:spcBef>
                <a:spcPts val="0"/>
              </a:spcBef>
              <a:spcAft>
                <a:spcPts val="0"/>
              </a:spcAft>
              <a:buNone/>
            </a:pPr>
            <a:r>
              <a:rPr sz="1600" b="1" i="0">
                <a:solidFill>
                  <a:srgbClr val="262626"/>
                </a:solidFill>
                <a:latin typeface="Times New Roman"/>
              </a:rPr>
              <a:t>Research gap: </a:t>
            </a:r>
            <a:r>
              <a:rPr sz="1600" b="0" i="0">
                <a:solidFill>
                  <a:srgbClr val="262626"/>
                </a:solidFill>
                <a:latin typeface="Times New Roman"/>
              </a:rPr>
              <a:t>no skilled-worker finder balances skill, location, availability, quality, response time and cost in one learning-based recommendation.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622;p31"/>
          <p:cNvSpPr txBox="1">
            <a:spLocks noGrp="1"/>
          </p:cNvSpPr>
          <p:nvPr>
            <p:ph type="title"/>
          </p:nvPr>
        </p:nvSpPr>
        <p:spPr>
          <a:xfrm>
            <a:off x="502920" y="274320"/>
            <a:ext cx="8138160" cy="804672"/>
          </a:xfrm>
          <a:prstGeom prst="rect">
            <a:avLst/>
          </a:prstGeom>
          <a:noFill/>
          <a:ln>
            <a:noFill/>
          </a:ln>
        </p:spPr>
        <p:txBody>
          <a:bodyPr spcFirstLastPara="1" wrap="square" lIns="91425" tIns="45700" rIns="91425" bIns="91425" anchor="b" anchorCtr="0">
            <a:noAutofit/>
          </a:bodyPr>
          <a:lstStyle/>
          <a:p>
            <a:pPr marL="0" lvl="0" indent="0" algn="l" rtl="0">
              <a:lnSpc>
                <a:spcPct val="100000"/>
              </a:lnSpc>
              <a:spcBef>
                <a:spcPts val="0"/>
              </a:spcBef>
              <a:spcAft>
                <a:spcPts val="0"/>
              </a:spcAft>
              <a:buSzPts val="1400"/>
              <a:buNone/>
            </a:pPr>
            <a:r>
              <a:rPr lang="en-US" sz="2400" b="1"/>
              <a:t>Problem Statement</a:t>
            </a:r>
            <a:endParaRPr/>
          </a:p>
        </p:txBody>
      </p:sp>
      <p:sp>
        <p:nvSpPr>
          <p:cNvPr id="5" name="Google Shape;624;p31"/>
          <p:cNvSpPr/>
          <p:nvPr/>
        </p:nvSpPr>
        <p:spPr>
          <a:xfrm>
            <a:off x="7845552" y="6096000"/>
            <a:ext cx="841248" cy="457200"/>
          </a:xfrm>
          <a:prstGeom prst="ellipse">
            <a:avLst/>
          </a:prstGeom>
          <a:solidFill>
            <a:schemeClr val="accent1"/>
          </a:solidFill>
          <a:ln>
            <a:noFill/>
          </a:ln>
        </p:spPr>
        <p:txBody>
          <a:bodyPr spcFirstLastPara="1" wrap="square" lIns="0" tIns="0" rIns="0" bIns="0" anchor="ctr" anchorCtr="1">
            <a:noAutofit/>
          </a:bodyPr>
          <a:lstStyle/>
          <a:p>
            <a:pPr marL="0" marR="0" lvl="0" indent="0" algn="ctr" rtl="0">
              <a:lnSpc>
                <a:spcPct val="100000"/>
              </a:lnSpc>
              <a:spcBef>
                <a:spcPts val="0"/>
              </a:spcBef>
              <a:spcAft>
                <a:spcPts val="0"/>
              </a:spcAft>
              <a:buClr>
                <a:srgbClr val="FFFFFF"/>
              </a:buClr>
              <a:buSzPts val="1400"/>
              <a:buFont typeface="Libre Franklin"/>
              <a:buNone/>
            </a:pPr>
            <a:fld id="{00000000-1234-1234-1234-123412341234}" type="slidenum">
              <a:rPr lang="en-US" sz="1400" b="0" i="0" u="none" strike="noStrike" cap="none">
                <a:solidFill>
                  <a:srgbClr val="FFFFFF"/>
                </a:solidFill>
                <a:latin typeface="Libre Franklin"/>
                <a:ea typeface="Libre Franklin"/>
                <a:cs typeface="Libre Franklin"/>
                <a:sym typeface="Libre Franklin"/>
              </a:rPr>
              <a:t>6</a:t>
            </a:fld>
            <a:r>
              <a:rPr lang="en-US" sz="1400" b="0" i="0" u="none" strike="noStrike" cap="none">
                <a:solidFill>
                  <a:srgbClr val="FFFFFF"/>
                </a:solidFill>
                <a:latin typeface="Libre Franklin"/>
                <a:ea typeface="Libre Franklin"/>
                <a:cs typeface="Libre Franklin"/>
                <a:sym typeface="Libre Franklin"/>
              </a:rPr>
              <a:t>/17</a:t>
            </a:r>
            <a:endParaRPr sz="1400" b="0" i="0" u="none" strike="noStrike" cap="none">
              <a:solidFill>
                <a:srgbClr val="000000"/>
              </a:solidFill>
              <a:latin typeface="Arial"/>
              <a:ea typeface="Arial"/>
              <a:cs typeface="Arial"/>
              <a:sym typeface="Arial"/>
            </a:endParaRPr>
          </a:p>
        </p:txBody>
      </p:sp>
      <p:sp>
        <p:nvSpPr>
          <p:cNvPr id="6" name="Google Shape;625;p31"/>
          <p:cNvSpPr txBox="1"/>
          <p:nvPr/>
        </p:nvSpPr>
        <p:spPr>
          <a:xfrm>
            <a:off x="5298440" y="6370320"/>
            <a:ext cx="3962400" cy="457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2"/>
              </a:buClr>
              <a:buSzPts val="1400"/>
              <a:buFont typeface="Libre Baskerville"/>
              <a:buNone/>
            </a:pPr>
            <a:r>
              <a:rPr lang="en-US" sz="1400" b="0" i="0" u="none" strike="noStrike" cap="none" dirty="0">
                <a:solidFill>
                  <a:schemeClr val="dk2"/>
                </a:solidFill>
                <a:latin typeface="Times New Roman" panose="02020603050405020304" pitchFamily="18" charset="0"/>
                <a:ea typeface="Libre Baskerville"/>
                <a:cs typeface="Times New Roman" panose="02020603050405020304" pitchFamily="18" charset="0"/>
                <a:sym typeface="Libre Baskerville"/>
              </a:rPr>
              <a:t>AI-Powered Smart Worker Finder</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7" name="Statement box"/>
          <p:cNvSpPr/>
          <p:nvPr/>
        </p:nvSpPr>
        <p:spPr>
          <a:xfrm>
            <a:off x="502920" y="1280160"/>
            <a:ext cx="8138160" cy="1600200"/>
          </a:xfrm>
          <a:prstGeom prst="rect">
            <a:avLst/>
          </a:prstGeom>
          <a:solidFill>
            <a:srgbClr val="F2F2F2"/>
          </a:solidFill>
          <a:ln w="12700">
            <a:solidFill>
              <a:srgbClr val="A6A6A6"/>
            </a:solidFill>
          </a:ln>
        </p:spPr>
        <p:txBody>
          <a:bodyPr rtlCol="0" anchor="ctr"/>
          <a:lstStyle/>
          <a:p>
            <a:pPr algn="ctr"/>
            <a:endParaRPr/>
          </a:p>
        </p:txBody>
      </p:sp>
      <p:sp>
        <p:nvSpPr>
          <p:cNvPr id="8" name="TextBox 7"/>
          <p:cNvSpPr txBox="1"/>
          <p:nvPr/>
        </p:nvSpPr>
        <p:spPr>
          <a:xfrm>
            <a:off x="640080" y="1498562"/>
            <a:ext cx="7863840" cy="1163395"/>
          </a:xfrm>
          <a:prstGeom prst="rect">
            <a:avLst/>
          </a:prstGeom>
          <a:noFill/>
        </p:spPr>
        <p:txBody>
          <a:bodyPr wrap="square" lIns="45720" tIns="27432" rIns="45720" bIns="27432" anchor="ctr">
            <a:spAutoFit/>
          </a:bodyPr>
          <a:lstStyle/>
          <a:p>
            <a:pPr marL="0" indent="0">
              <a:spcBef>
                <a:spcPts val="0"/>
              </a:spcBef>
              <a:spcAft>
                <a:spcPts val="0"/>
              </a:spcAft>
              <a:buNone/>
            </a:pPr>
            <a:r>
              <a:rPr sz="1800" b="0" dirty="0">
                <a:solidFill>
                  <a:srgbClr val="262626"/>
                </a:solidFill>
                <a:latin typeface="Times New Roman"/>
              </a:rPr>
              <a:t>Developing an intelligent and dynamic worker-assignment system that can recommend the most suitable available worker for a customer’s service request by balancing skill, proximity, quality, time and cost, so that waiting time and inefficient worker selection are reduced.</a:t>
            </a:r>
          </a:p>
        </p:txBody>
      </p:sp>
      <p:sp>
        <p:nvSpPr>
          <p:cNvPr id="9" name="TextBox 8"/>
          <p:cNvSpPr txBox="1"/>
          <p:nvPr/>
        </p:nvSpPr>
        <p:spPr>
          <a:xfrm>
            <a:off x="502920" y="3017520"/>
            <a:ext cx="5486400" cy="365760"/>
          </a:xfrm>
          <a:prstGeom prst="rect">
            <a:avLst/>
          </a:prstGeom>
          <a:noFill/>
        </p:spPr>
        <p:txBody>
          <a:bodyPr wrap="square" lIns="45720" tIns="27432" rIns="45720" bIns="27432" anchor="ctr">
            <a:spAutoFit/>
          </a:bodyPr>
          <a:lstStyle/>
          <a:p>
            <a:pPr marL="0" indent="0">
              <a:spcBef>
                <a:spcPts val="0"/>
              </a:spcBef>
              <a:spcAft>
                <a:spcPts val="0"/>
              </a:spcAft>
              <a:buNone/>
            </a:pPr>
            <a:r>
              <a:rPr sz="1800" b="1" i="0">
                <a:solidFill>
                  <a:srgbClr val="D34817"/>
                </a:solidFill>
                <a:latin typeface="Times New Roman"/>
              </a:rPr>
              <a:t>Challenges the system must handle</a:t>
            </a:r>
          </a:p>
        </p:txBody>
      </p:sp>
      <p:sp>
        <p:nvSpPr>
          <p:cNvPr id="10" name="TextBox 9"/>
          <p:cNvSpPr txBox="1"/>
          <p:nvPr/>
        </p:nvSpPr>
        <p:spPr>
          <a:xfrm>
            <a:off x="502920" y="3474720"/>
            <a:ext cx="3931920" cy="1645920"/>
          </a:xfrm>
          <a:prstGeom prst="rect">
            <a:avLst/>
          </a:prstGeom>
          <a:noFill/>
        </p:spPr>
        <p:txBody>
          <a:bodyPr wrap="square" lIns="45720" tIns="27432" rIns="45720" bIns="27432" anchor="t">
            <a:spAutoFit/>
          </a:bodyPr>
          <a:lstStyle/>
          <a:p>
            <a:pPr marL="320040" indent="-320040">
              <a:spcBef>
                <a:spcPts val="0"/>
              </a:spcBef>
              <a:spcAft>
                <a:spcPts val="600"/>
              </a:spcAft>
              <a:buAutoNum type="arabicPeriod"/>
            </a:pPr>
            <a:r>
              <a:rPr sz="1600" b="0" i="0">
                <a:solidFill>
                  <a:srgbClr val="262626"/>
                </a:solidFill>
                <a:latin typeface="Times New Roman"/>
              </a:rPr>
              <a:t>Understanding the request from plain text</a:t>
            </a:r>
          </a:p>
          <a:p>
            <a:pPr marL="320040" indent="-320040">
              <a:spcBef>
                <a:spcPts val="0"/>
              </a:spcBef>
              <a:spcAft>
                <a:spcPts val="600"/>
              </a:spcAft>
              <a:buAutoNum type="arabicPeriod"/>
            </a:pPr>
            <a:r>
              <a:rPr sz="1600" b="0" i="0">
                <a:solidFill>
                  <a:srgbClr val="262626"/>
                </a:solidFill>
                <a:latin typeface="Times New Roman"/>
              </a:rPr>
              <a:t>Finding skilled, nearby and free workers</a:t>
            </a:r>
          </a:p>
          <a:p>
            <a:pPr marL="320040" indent="-320040">
              <a:spcBef>
                <a:spcPts val="0"/>
              </a:spcBef>
              <a:spcAft>
                <a:spcPts val="0"/>
              </a:spcAft>
              <a:buAutoNum type="arabicPeriod"/>
            </a:pPr>
            <a:r>
              <a:rPr sz="1600" b="0" i="0">
                <a:solidFill>
                  <a:srgbClr val="262626"/>
                </a:solidFill>
                <a:latin typeface="Times New Roman"/>
              </a:rPr>
              <a:t>Comparing skill, distance, quality, time and cost together</a:t>
            </a:r>
          </a:p>
        </p:txBody>
      </p:sp>
      <p:sp>
        <p:nvSpPr>
          <p:cNvPr id="11" name="TextBox 10"/>
          <p:cNvSpPr txBox="1"/>
          <p:nvPr/>
        </p:nvSpPr>
        <p:spPr>
          <a:xfrm>
            <a:off x="4572000" y="3474720"/>
            <a:ext cx="4069080" cy="1645920"/>
          </a:xfrm>
          <a:prstGeom prst="rect">
            <a:avLst/>
          </a:prstGeom>
          <a:noFill/>
        </p:spPr>
        <p:txBody>
          <a:bodyPr wrap="square" lIns="45720" tIns="27432" rIns="45720" bIns="27432" anchor="t">
            <a:spAutoFit/>
          </a:bodyPr>
          <a:lstStyle/>
          <a:p>
            <a:pPr marL="320040" indent="-320040">
              <a:spcBef>
                <a:spcPts val="0"/>
              </a:spcBef>
              <a:spcAft>
                <a:spcPts val="600"/>
              </a:spcAft>
              <a:buAutoNum type="arabicPeriod" startAt="4"/>
            </a:pPr>
            <a:r>
              <a:rPr sz="1600" b="0" i="0">
                <a:solidFill>
                  <a:srgbClr val="262626"/>
                </a:solidFill>
                <a:latin typeface="Times New Roman"/>
              </a:rPr>
              <a:t>Unknown worker quality; new workers have few ratings</a:t>
            </a:r>
          </a:p>
          <a:p>
            <a:pPr marL="320040" indent="-320040">
              <a:spcBef>
                <a:spcPts val="0"/>
              </a:spcBef>
              <a:spcAft>
                <a:spcPts val="600"/>
              </a:spcAft>
              <a:buAutoNum type="arabicPeriod" startAt="4"/>
            </a:pPr>
            <a:r>
              <a:rPr sz="1600" b="0" i="0">
                <a:solidFill>
                  <a:srgbClr val="262626"/>
                </a:solidFill>
                <a:latin typeface="Times New Roman"/>
              </a:rPr>
              <a:t>Changing location and availability</a:t>
            </a:r>
          </a:p>
          <a:p>
            <a:pPr marL="320040" indent="-320040">
              <a:spcBef>
                <a:spcPts val="0"/>
              </a:spcBef>
              <a:spcAft>
                <a:spcPts val="0"/>
              </a:spcAft>
              <a:buAutoNum type="arabicPeriod" startAt="4"/>
            </a:pPr>
            <a:r>
              <a:rPr sz="1600" b="0" i="0">
                <a:solidFill>
                  <a:srgbClr val="262626"/>
                </a:solidFill>
                <a:latin typeface="Times New Roman"/>
              </a:rPr>
              <a:t>Fair use of workers, not the same few every time</a:t>
            </a:r>
          </a:p>
        </p:txBody>
      </p:sp>
      <p:sp>
        <p:nvSpPr>
          <p:cNvPr id="12" name="TextBox 11"/>
          <p:cNvSpPr txBox="1"/>
          <p:nvPr/>
        </p:nvSpPr>
        <p:spPr>
          <a:xfrm>
            <a:off x="502920" y="5257800"/>
            <a:ext cx="8138160" cy="731520"/>
          </a:xfrm>
          <a:prstGeom prst="rect">
            <a:avLst/>
          </a:prstGeom>
          <a:noFill/>
        </p:spPr>
        <p:txBody>
          <a:bodyPr wrap="square" lIns="45720" tIns="27432" rIns="45720" bIns="27432" anchor="t">
            <a:spAutoFit/>
          </a:bodyPr>
          <a:lstStyle/>
          <a:p>
            <a:pPr marL="0" indent="0">
              <a:spcBef>
                <a:spcPts val="0"/>
              </a:spcBef>
              <a:spcAft>
                <a:spcPts val="0"/>
              </a:spcAft>
              <a:buNone/>
            </a:pPr>
            <a:r>
              <a:rPr sz="1600" b="1" i="0">
                <a:solidFill>
                  <a:srgbClr val="262626"/>
                </a:solidFill>
                <a:latin typeface="Times New Roman"/>
              </a:rPr>
              <a:t>Inputs: </a:t>
            </a:r>
            <a:r>
              <a:rPr sz="1600" b="0" i="0">
                <a:solidFill>
                  <a:srgbClr val="262626"/>
                </a:solidFill>
                <a:latin typeface="Times New Roman"/>
              </a:rPr>
              <a:t>problem text, location, urgency, budget.   </a:t>
            </a:r>
            <a:r>
              <a:rPr sz="1600" b="1" i="0">
                <a:solidFill>
                  <a:srgbClr val="262626"/>
                </a:solidFill>
                <a:latin typeface="Times New Roman"/>
              </a:rPr>
              <a:t>Limits: </a:t>
            </a:r>
            <a:r>
              <a:rPr sz="1600" b="0" i="0">
                <a:solidFill>
                  <a:srgbClr val="262626"/>
                </a:solidFill>
                <a:latin typeface="Times New Roman"/>
              </a:rPr>
              <a:t>search radius Dmax, time limit Tmax, expense limit Kmax.</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622;p31"/>
          <p:cNvSpPr txBox="1">
            <a:spLocks noGrp="1"/>
          </p:cNvSpPr>
          <p:nvPr>
            <p:ph type="title"/>
          </p:nvPr>
        </p:nvSpPr>
        <p:spPr>
          <a:xfrm>
            <a:off x="502920" y="274320"/>
            <a:ext cx="8138160" cy="804672"/>
          </a:xfrm>
          <a:prstGeom prst="rect">
            <a:avLst/>
          </a:prstGeom>
          <a:noFill/>
          <a:ln>
            <a:noFill/>
          </a:ln>
        </p:spPr>
        <p:txBody>
          <a:bodyPr spcFirstLastPara="1" wrap="square" lIns="91425" tIns="45700" rIns="91425" bIns="91425" anchor="b" anchorCtr="0">
            <a:noAutofit/>
          </a:bodyPr>
          <a:lstStyle/>
          <a:p>
            <a:pPr marL="0" lvl="0" indent="0" algn="l" rtl="0">
              <a:lnSpc>
                <a:spcPct val="100000"/>
              </a:lnSpc>
              <a:spcBef>
                <a:spcPts val="0"/>
              </a:spcBef>
              <a:spcAft>
                <a:spcPts val="0"/>
              </a:spcAft>
              <a:buSzPts val="1400"/>
              <a:buNone/>
            </a:pPr>
            <a:r>
              <a:rPr lang="en-US" sz="2400" b="1"/>
              <a:t>Objectives</a:t>
            </a:r>
            <a:endParaRPr/>
          </a:p>
        </p:txBody>
      </p:sp>
      <p:sp>
        <p:nvSpPr>
          <p:cNvPr id="5" name="Google Shape;624;p31"/>
          <p:cNvSpPr/>
          <p:nvPr/>
        </p:nvSpPr>
        <p:spPr>
          <a:xfrm>
            <a:off x="7845552" y="6096000"/>
            <a:ext cx="841248" cy="457200"/>
          </a:xfrm>
          <a:prstGeom prst="ellipse">
            <a:avLst/>
          </a:prstGeom>
          <a:solidFill>
            <a:schemeClr val="accent1"/>
          </a:solidFill>
          <a:ln>
            <a:noFill/>
          </a:ln>
        </p:spPr>
        <p:txBody>
          <a:bodyPr spcFirstLastPara="1" wrap="square" lIns="0" tIns="0" rIns="0" bIns="0" anchor="ctr" anchorCtr="1">
            <a:noAutofit/>
          </a:bodyPr>
          <a:lstStyle/>
          <a:p>
            <a:pPr marL="0" marR="0" lvl="0" indent="0" algn="ctr" rtl="0">
              <a:lnSpc>
                <a:spcPct val="100000"/>
              </a:lnSpc>
              <a:spcBef>
                <a:spcPts val="0"/>
              </a:spcBef>
              <a:spcAft>
                <a:spcPts val="0"/>
              </a:spcAft>
              <a:buClr>
                <a:srgbClr val="FFFFFF"/>
              </a:buClr>
              <a:buSzPts val="1400"/>
              <a:buFont typeface="Libre Franklin"/>
              <a:buNone/>
            </a:pPr>
            <a:fld id="{00000000-1234-1234-1234-123412341234}" type="slidenum">
              <a:rPr lang="en-US" sz="1400" b="0" i="0" u="none" strike="noStrike" cap="none">
                <a:solidFill>
                  <a:srgbClr val="FFFFFF"/>
                </a:solidFill>
                <a:latin typeface="Libre Franklin"/>
                <a:ea typeface="Libre Franklin"/>
                <a:cs typeface="Libre Franklin"/>
                <a:sym typeface="Libre Franklin"/>
              </a:rPr>
              <a:t>7</a:t>
            </a:fld>
            <a:r>
              <a:rPr lang="en-US" sz="1400" b="0" i="0" u="none" strike="noStrike" cap="none">
                <a:solidFill>
                  <a:srgbClr val="FFFFFF"/>
                </a:solidFill>
                <a:latin typeface="Libre Franklin"/>
                <a:ea typeface="Libre Franklin"/>
                <a:cs typeface="Libre Franklin"/>
                <a:sym typeface="Libre Franklin"/>
              </a:rPr>
              <a:t>/17</a:t>
            </a:r>
            <a:endParaRPr sz="1400" b="0" i="0" u="none" strike="noStrike" cap="none">
              <a:solidFill>
                <a:srgbClr val="000000"/>
              </a:solidFill>
              <a:latin typeface="Arial"/>
              <a:ea typeface="Arial"/>
              <a:cs typeface="Arial"/>
              <a:sym typeface="Arial"/>
            </a:endParaRPr>
          </a:p>
        </p:txBody>
      </p:sp>
      <p:sp>
        <p:nvSpPr>
          <p:cNvPr id="6" name="Google Shape;625;p31"/>
          <p:cNvSpPr txBox="1"/>
          <p:nvPr/>
        </p:nvSpPr>
        <p:spPr>
          <a:xfrm>
            <a:off x="5379720" y="6324600"/>
            <a:ext cx="3962400" cy="457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2"/>
              </a:buClr>
              <a:buSzPts val="1400"/>
              <a:buFont typeface="Libre Baskerville"/>
              <a:buNone/>
            </a:pPr>
            <a:r>
              <a:rPr lang="en-US" b="0" i="0" u="none" strike="noStrike" cap="none" dirty="0">
                <a:solidFill>
                  <a:schemeClr val="dk2"/>
                </a:solidFill>
                <a:latin typeface="Times New Roman" panose="02020603050405020304" pitchFamily="18" charset="0"/>
                <a:ea typeface="Libre Baskerville"/>
                <a:cs typeface="Times New Roman" panose="02020603050405020304" pitchFamily="18" charset="0"/>
                <a:sym typeface="Libre Baskerville"/>
              </a:rPr>
              <a:t>AI-Powered Smart Worker Finder</a:t>
            </a:r>
            <a:endParaRPr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7" name="TextBox 6"/>
          <p:cNvSpPr txBox="1"/>
          <p:nvPr/>
        </p:nvSpPr>
        <p:spPr>
          <a:xfrm>
            <a:off x="502920" y="1280160"/>
            <a:ext cx="8138160" cy="914400"/>
          </a:xfrm>
          <a:prstGeom prst="rect">
            <a:avLst/>
          </a:prstGeom>
          <a:noFill/>
        </p:spPr>
        <p:txBody>
          <a:bodyPr wrap="square" lIns="45720" tIns="27432" rIns="45720" bIns="27432" anchor="t">
            <a:spAutoFit/>
          </a:bodyPr>
          <a:lstStyle/>
          <a:p>
            <a:pPr marL="0" indent="0">
              <a:spcBef>
                <a:spcPts val="0"/>
              </a:spcBef>
              <a:spcAft>
                <a:spcPts val="0"/>
              </a:spcAft>
              <a:buNone/>
            </a:pPr>
            <a:r>
              <a:rPr sz="1700" b="1" i="0">
                <a:solidFill>
                  <a:srgbClr val="262626"/>
                </a:solidFill>
                <a:latin typeface="Times New Roman"/>
              </a:rPr>
              <a:t>Aim: </a:t>
            </a:r>
            <a:r>
              <a:rPr sz="1700" b="0" i="0">
                <a:solidFill>
                  <a:srgbClr val="262626"/>
                </a:solidFill>
                <a:latin typeface="Times New Roman"/>
              </a:rPr>
              <a:t>to study how an AI-Powered Smart Worker Finder can find, rank and recommend the most suitable skilled worker for a customer’s request.</a:t>
            </a:r>
          </a:p>
        </p:txBody>
      </p:sp>
      <p:sp>
        <p:nvSpPr>
          <p:cNvPr id="8" name="TextBox 7"/>
          <p:cNvSpPr txBox="1"/>
          <p:nvPr/>
        </p:nvSpPr>
        <p:spPr>
          <a:xfrm>
            <a:off x="502920" y="2240280"/>
            <a:ext cx="8138160" cy="3566160"/>
          </a:xfrm>
          <a:prstGeom prst="rect">
            <a:avLst/>
          </a:prstGeom>
          <a:noFill/>
        </p:spPr>
        <p:txBody>
          <a:bodyPr wrap="square" lIns="45720" tIns="27432" rIns="45720" bIns="27432" anchor="t">
            <a:spAutoFit/>
          </a:bodyPr>
          <a:lstStyle/>
          <a:p>
            <a:pPr marL="320040" indent="-320040">
              <a:spcBef>
                <a:spcPts val="0"/>
              </a:spcBef>
              <a:spcAft>
                <a:spcPts val="900"/>
              </a:spcAft>
              <a:buAutoNum type="arabicPeriod"/>
            </a:pPr>
            <a:r>
              <a:rPr sz="1700" b="0" i="0">
                <a:solidFill>
                  <a:srgbClr val="262626"/>
                </a:solidFill>
                <a:latin typeface="Times New Roman"/>
              </a:rPr>
              <a:t>To study how Artificial Intelligence, Machine Learning and Recommendation Systems can improve the search for skilled workers.</a:t>
            </a:r>
          </a:p>
          <a:p>
            <a:pPr marL="320040" indent="-320040">
              <a:spcBef>
                <a:spcPts val="0"/>
              </a:spcBef>
              <a:spcAft>
                <a:spcPts val="900"/>
              </a:spcAft>
              <a:buAutoNum type="arabicPeriod"/>
            </a:pPr>
            <a:r>
              <a:rPr sz="1700" b="0" i="0">
                <a:solidFill>
                  <a:srgbClr val="262626"/>
                </a:solidFill>
                <a:latin typeface="Times New Roman"/>
              </a:rPr>
              <a:t>To analyze the CrowdBwO approach to task assignment based on quality, time and expense.</a:t>
            </a:r>
          </a:p>
          <a:p>
            <a:pPr marL="320040" indent="-320040">
              <a:spcBef>
                <a:spcPts val="0"/>
              </a:spcBef>
              <a:spcAft>
                <a:spcPts val="900"/>
              </a:spcAft>
              <a:buAutoNum type="arabicPeriod"/>
            </a:pPr>
            <a:r>
              <a:rPr sz="1700" b="0" i="0">
                <a:solidFill>
                  <a:srgbClr val="262626"/>
                </a:solidFill>
                <a:latin typeface="Times New Roman"/>
              </a:rPr>
              <a:t>To understand how skill, location, availability, quality, response time and cost can be combined to rank the most suitable worker.</a:t>
            </a:r>
          </a:p>
          <a:p>
            <a:pPr marL="320040" indent="-320040">
              <a:spcBef>
                <a:spcPts val="0"/>
              </a:spcBef>
              <a:spcAft>
                <a:spcPts val="900"/>
              </a:spcAft>
              <a:buAutoNum type="arabicPeriod"/>
            </a:pPr>
            <a:r>
              <a:rPr sz="1700" b="0" i="0">
                <a:solidFill>
                  <a:srgbClr val="262626"/>
                </a:solidFill>
                <a:latin typeface="Times New Roman"/>
              </a:rPr>
              <a:t>To examine how location-based services, real-time computing and cloud platforms support live worker availability.</a:t>
            </a:r>
          </a:p>
          <a:p>
            <a:pPr marL="320040" indent="-320040">
              <a:spcBef>
                <a:spcPts val="0"/>
              </a:spcBef>
              <a:spcAft>
                <a:spcPts val="900"/>
              </a:spcAft>
              <a:buAutoNum type="arabicPeriod"/>
            </a:pPr>
            <a:r>
              <a:rPr sz="1700" b="0" i="0">
                <a:solidFill>
                  <a:srgbClr val="262626"/>
                </a:solidFill>
                <a:latin typeface="Times New Roman"/>
              </a:rPr>
              <a:t>To explore how NLP / Generative AI can understand a customer’s problem description.</a:t>
            </a:r>
          </a:p>
          <a:p>
            <a:pPr marL="320040" indent="-320040">
              <a:spcBef>
                <a:spcPts val="0"/>
              </a:spcBef>
              <a:spcAft>
                <a:spcPts val="0"/>
              </a:spcAft>
              <a:buAutoNum type="arabicPeriod"/>
            </a:pPr>
            <a:r>
              <a:rPr sz="1700" b="0" i="0">
                <a:solidFill>
                  <a:srgbClr val="262626"/>
                </a:solidFill>
                <a:latin typeface="Times New Roman"/>
              </a:rPr>
              <a:t>To study how customer feedback updates the quality estimate of a worker and gives new workers a fair chance.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622;p31"/>
          <p:cNvSpPr txBox="1">
            <a:spLocks noGrp="1"/>
          </p:cNvSpPr>
          <p:nvPr>
            <p:ph type="title"/>
          </p:nvPr>
        </p:nvSpPr>
        <p:spPr>
          <a:xfrm>
            <a:off x="502920" y="274320"/>
            <a:ext cx="8138160" cy="804672"/>
          </a:xfrm>
          <a:prstGeom prst="rect">
            <a:avLst/>
          </a:prstGeom>
          <a:noFill/>
          <a:ln>
            <a:noFill/>
          </a:ln>
        </p:spPr>
        <p:txBody>
          <a:bodyPr spcFirstLastPara="1" wrap="square" lIns="91425" tIns="45700" rIns="91425" bIns="91425" anchor="b" anchorCtr="0">
            <a:noAutofit/>
          </a:bodyPr>
          <a:lstStyle/>
          <a:p>
            <a:pPr marL="0" lvl="0" indent="0" algn="l" rtl="0">
              <a:lnSpc>
                <a:spcPct val="100000"/>
              </a:lnSpc>
              <a:spcBef>
                <a:spcPts val="0"/>
              </a:spcBef>
              <a:spcAft>
                <a:spcPts val="0"/>
              </a:spcAft>
              <a:buSzPts val="1400"/>
              <a:buNone/>
            </a:pPr>
            <a:r>
              <a:rPr lang="en-US" sz="2400" b="1"/>
              <a:t>Proposed Seminar Scope / Proposed Framework</a:t>
            </a:r>
            <a:endParaRPr/>
          </a:p>
        </p:txBody>
      </p:sp>
      <p:sp>
        <p:nvSpPr>
          <p:cNvPr id="5" name="Google Shape;624;p31"/>
          <p:cNvSpPr/>
          <p:nvPr/>
        </p:nvSpPr>
        <p:spPr>
          <a:xfrm>
            <a:off x="7845552" y="6096000"/>
            <a:ext cx="841248" cy="457200"/>
          </a:xfrm>
          <a:prstGeom prst="ellipse">
            <a:avLst/>
          </a:prstGeom>
          <a:solidFill>
            <a:schemeClr val="accent1"/>
          </a:solidFill>
          <a:ln>
            <a:noFill/>
          </a:ln>
        </p:spPr>
        <p:txBody>
          <a:bodyPr spcFirstLastPara="1" wrap="square" lIns="0" tIns="0" rIns="0" bIns="0" anchor="ctr" anchorCtr="1">
            <a:noAutofit/>
          </a:bodyPr>
          <a:lstStyle/>
          <a:p>
            <a:pPr marL="0" marR="0" lvl="0" indent="0" algn="ctr" rtl="0">
              <a:lnSpc>
                <a:spcPct val="100000"/>
              </a:lnSpc>
              <a:spcBef>
                <a:spcPts val="0"/>
              </a:spcBef>
              <a:spcAft>
                <a:spcPts val="0"/>
              </a:spcAft>
              <a:buClr>
                <a:srgbClr val="FFFFFF"/>
              </a:buClr>
              <a:buSzPts val="1400"/>
              <a:buFont typeface="Libre Franklin"/>
              <a:buNone/>
            </a:pPr>
            <a:fld id="{00000000-1234-1234-1234-123412341234}" type="slidenum">
              <a:rPr lang="en-US" sz="1400" b="0" i="0" u="none" strike="noStrike" cap="none">
                <a:solidFill>
                  <a:srgbClr val="FFFFFF"/>
                </a:solidFill>
                <a:latin typeface="Libre Franklin"/>
                <a:ea typeface="Libre Franklin"/>
                <a:cs typeface="Libre Franklin"/>
                <a:sym typeface="Libre Franklin"/>
              </a:rPr>
              <a:t>8</a:t>
            </a:fld>
            <a:r>
              <a:rPr lang="en-US" sz="1400" b="0" i="0" u="none" strike="noStrike" cap="none">
                <a:solidFill>
                  <a:srgbClr val="FFFFFF"/>
                </a:solidFill>
                <a:latin typeface="Libre Franklin"/>
                <a:ea typeface="Libre Franklin"/>
                <a:cs typeface="Libre Franklin"/>
                <a:sym typeface="Libre Franklin"/>
              </a:rPr>
              <a:t>/17</a:t>
            </a:r>
            <a:endParaRPr sz="1400" b="0" i="0" u="none" strike="noStrike" cap="none">
              <a:solidFill>
                <a:srgbClr val="000000"/>
              </a:solidFill>
              <a:latin typeface="Arial"/>
              <a:ea typeface="Arial"/>
              <a:cs typeface="Arial"/>
              <a:sym typeface="Arial"/>
            </a:endParaRPr>
          </a:p>
        </p:txBody>
      </p:sp>
      <p:sp>
        <p:nvSpPr>
          <p:cNvPr id="6" name="Google Shape;625;p31"/>
          <p:cNvSpPr txBox="1"/>
          <p:nvPr/>
        </p:nvSpPr>
        <p:spPr>
          <a:xfrm>
            <a:off x="5328920" y="6355080"/>
            <a:ext cx="3962400" cy="457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2"/>
              </a:buClr>
              <a:buSzPts val="1400"/>
              <a:buFont typeface="Libre Baskerville"/>
              <a:buNone/>
            </a:pPr>
            <a:r>
              <a:rPr lang="en-US" sz="1400" b="0" i="0" u="none" strike="noStrike" cap="none" dirty="0">
                <a:solidFill>
                  <a:schemeClr val="dk2"/>
                </a:solidFill>
                <a:latin typeface="Times New Roman" panose="02020603050405020304" pitchFamily="18" charset="0"/>
                <a:ea typeface="Libre Baskerville"/>
                <a:cs typeface="Times New Roman" panose="02020603050405020304" pitchFamily="18" charset="0"/>
                <a:sym typeface="Libre Baskerville"/>
              </a:rPr>
              <a:t>AI-Powered Smart Worker Finder</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7" name="Framework box"/>
          <p:cNvSpPr/>
          <p:nvPr/>
        </p:nvSpPr>
        <p:spPr>
          <a:xfrm>
            <a:off x="502920" y="1280160"/>
            <a:ext cx="3931920" cy="4480560"/>
          </a:xfrm>
          <a:prstGeom prst="rect">
            <a:avLst/>
          </a:prstGeom>
          <a:noFill/>
          <a:ln w="12700">
            <a:solidFill>
              <a:srgbClr val="A6A6A6"/>
            </a:solidFill>
          </a:ln>
        </p:spPr>
        <p:txBody>
          <a:bodyPr rtlCol="0" anchor="ctr"/>
          <a:lstStyle/>
          <a:p>
            <a:pPr algn="ctr"/>
            <a:endParaRPr/>
          </a:p>
        </p:txBody>
      </p:sp>
      <p:sp>
        <p:nvSpPr>
          <p:cNvPr id="8" name="TextBox 7"/>
          <p:cNvSpPr txBox="1"/>
          <p:nvPr/>
        </p:nvSpPr>
        <p:spPr>
          <a:xfrm>
            <a:off x="640080" y="1371600"/>
            <a:ext cx="3657600" cy="365760"/>
          </a:xfrm>
          <a:prstGeom prst="rect">
            <a:avLst/>
          </a:prstGeom>
          <a:noFill/>
        </p:spPr>
        <p:txBody>
          <a:bodyPr wrap="square" lIns="45720" tIns="27432" rIns="45720" bIns="27432" anchor="ctr">
            <a:spAutoFit/>
          </a:bodyPr>
          <a:lstStyle/>
          <a:p>
            <a:pPr marL="0" indent="0">
              <a:spcBef>
                <a:spcPts val="0"/>
              </a:spcBef>
              <a:spcAft>
                <a:spcPts val="0"/>
              </a:spcAft>
              <a:buNone/>
            </a:pPr>
            <a:r>
              <a:rPr sz="1800" b="1" i="0">
                <a:solidFill>
                  <a:srgbClr val="D34817"/>
                </a:solidFill>
                <a:latin typeface="Times New Roman"/>
              </a:rPr>
              <a:t>Proposed framework</a:t>
            </a:r>
          </a:p>
        </p:txBody>
      </p:sp>
      <p:sp>
        <p:nvSpPr>
          <p:cNvPr id="9" name="TextBox 8"/>
          <p:cNvSpPr txBox="1"/>
          <p:nvPr/>
        </p:nvSpPr>
        <p:spPr>
          <a:xfrm>
            <a:off x="640080" y="1828800"/>
            <a:ext cx="3657600" cy="3840480"/>
          </a:xfrm>
          <a:prstGeom prst="rect">
            <a:avLst/>
          </a:prstGeom>
          <a:noFill/>
        </p:spPr>
        <p:txBody>
          <a:bodyPr wrap="square" lIns="45720" tIns="27432" rIns="45720" bIns="27432" anchor="t">
            <a:spAutoFit/>
          </a:bodyPr>
          <a:lstStyle/>
          <a:p>
            <a:pPr marL="228600" indent="-228600">
              <a:spcBef>
                <a:spcPts val="0"/>
              </a:spcBef>
              <a:spcAft>
                <a:spcPts val="900"/>
              </a:spcAft>
              <a:buFont typeface="Arial"/>
              <a:buChar char="•"/>
            </a:pPr>
            <a:r>
              <a:rPr sz="1600" b="1" i="0">
                <a:solidFill>
                  <a:srgbClr val="262626"/>
                </a:solidFill>
                <a:latin typeface="Times New Roman"/>
              </a:rPr>
              <a:t>Request Understanding: </a:t>
            </a:r>
            <a:r>
              <a:rPr sz="1600" b="0" i="0">
                <a:solidFill>
                  <a:srgbClr val="262626"/>
                </a:solidFill>
                <a:latin typeface="Times New Roman"/>
              </a:rPr>
              <a:t>NLP / Generative AI</a:t>
            </a:r>
          </a:p>
          <a:p>
            <a:pPr marL="228600" indent="-228600">
              <a:spcBef>
                <a:spcPts val="0"/>
              </a:spcBef>
              <a:spcAft>
                <a:spcPts val="900"/>
              </a:spcAft>
              <a:buFont typeface="Arial"/>
              <a:buChar char="•"/>
            </a:pPr>
            <a:r>
              <a:rPr sz="1600" b="1" i="0">
                <a:solidFill>
                  <a:srgbClr val="262626"/>
                </a:solidFill>
                <a:latin typeface="Times New Roman"/>
              </a:rPr>
              <a:t>Location-Based Search: </a:t>
            </a:r>
            <a:r>
              <a:rPr sz="1600" b="0" i="0">
                <a:solidFill>
                  <a:srgbClr val="262626"/>
                </a:solidFill>
                <a:latin typeface="Times New Roman"/>
              </a:rPr>
              <a:t>nearby, skilled workers</a:t>
            </a:r>
          </a:p>
          <a:p>
            <a:pPr marL="228600" indent="-228600">
              <a:spcBef>
                <a:spcPts val="0"/>
              </a:spcBef>
              <a:spcAft>
                <a:spcPts val="900"/>
              </a:spcAft>
              <a:buFont typeface="Arial"/>
              <a:buChar char="•"/>
            </a:pPr>
            <a:r>
              <a:rPr sz="1600" b="1" i="0">
                <a:solidFill>
                  <a:srgbClr val="262626"/>
                </a:solidFill>
                <a:latin typeface="Times New Roman"/>
              </a:rPr>
              <a:t>Real-Time Availability: </a:t>
            </a:r>
            <a:r>
              <a:rPr sz="1600" b="0" i="0">
                <a:solidFill>
                  <a:srgbClr val="262626"/>
                </a:solidFill>
                <a:latin typeface="Times New Roman"/>
              </a:rPr>
              <a:t>live worker status</a:t>
            </a:r>
          </a:p>
          <a:p>
            <a:pPr marL="228600" indent="-228600">
              <a:spcBef>
                <a:spcPts val="0"/>
              </a:spcBef>
              <a:spcAft>
                <a:spcPts val="900"/>
              </a:spcAft>
              <a:buFont typeface="Arial"/>
              <a:buChar char="•"/>
            </a:pPr>
            <a:r>
              <a:rPr sz="1600" b="1" i="0">
                <a:solidFill>
                  <a:srgbClr val="262626"/>
                </a:solidFill>
                <a:latin typeface="Times New Roman"/>
              </a:rPr>
              <a:t>Ranking Engine: </a:t>
            </a:r>
            <a:r>
              <a:rPr sz="1600" b="0" i="0">
                <a:solidFill>
                  <a:srgbClr val="262626"/>
                </a:solidFill>
                <a:latin typeface="Times New Roman"/>
              </a:rPr>
              <a:t>weighted score</a:t>
            </a:r>
          </a:p>
          <a:p>
            <a:pPr marL="228600" indent="-228600">
              <a:spcBef>
                <a:spcPts val="0"/>
              </a:spcBef>
              <a:spcAft>
                <a:spcPts val="900"/>
              </a:spcAft>
              <a:buFont typeface="Arial"/>
              <a:buChar char="•"/>
            </a:pPr>
            <a:r>
              <a:rPr sz="1600" b="1" i="0">
                <a:solidFill>
                  <a:srgbClr val="262626"/>
                </a:solidFill>
                <a:latin typeface="Times New Roman"/>
              </a:rPr>
              <a:t>Learning Module: </a:t>
            </a:r>
            <a:r>
              <a:rPr sz="1600" b="0" i="0">
                <a:solidFill>
                  <a:srgbClr val="262626"/>
                </a:solidFill>
                <a:latin typeface="Times New Roman"/>
              </a:rPr>
              <a:t>bandit update</a:t>
            </a:r>
          </a:p>
          <a:p>
            <a:pPr marL="228600" indent="-228600">
              <a:spcBef>
                <a:spcPts val="0"/>
              </a:spcBef>
              <a:spcAft>
                <a:spcPts val="0"/>
              </a:spcAft>
              <a:buFont typeface="Arial"/>
              <a:buChar char="•"/>
            </a:pPr>
            <a:r>
              <a:rPr sz="1600" b="1" i="0">
                <a:solidFill>
                  <a:srgbClr val="262626"/>
                </a:solidFill>
                <a:latin typeface="Times New Roman"/>
              </a:rPr>
              <a:t>Cloud Platform: </a:t>
            </a:r>
            <a:r>
              <a:rPr sz="1600" b="0" i="0">
                <a:solidFill>
                  <a:srgbClr val="262626"/>
                </a:solidFill>
                <a:latin typeface="Times New Roman"/>
              </a:rPr>
              <a:t>hosts all services and both databases, scales with demand</a:t>
            </a:r>
          </a:p>
        </p:txBody>
      </p:sp>
      <p:sp>
        <p:nvSpPr>
          <p:cNvPr id="10" name="In scope box"/>
          <p:cNvSpPr/>
          <p:nvPr/>
        </p:nvSpPr>
        <p:spPr>
          <a:xfrm>
            <a:off x="4709160" y="1280160"/>
            <a:ext cx="3931920" cy="2103120"/>
          </a:xfrm>
          <a:prstGeom prst="rect">
            <a:avLst/>
          </a:prstGeom>
          <a:noFill/>
          <a:ln w="12700">
            <a:solidFill>
              <a:srgbClr val="A6A6A6"/>
            </a:solidFill>
          </a:ln>
        </p:spPr>
        <p:txBody>
          <a:bodyPr rtlCol="0" anchor="ctr"/>
          <a:lstStyle/>
          <a:p>
            <a:pPr algn="ctr"/>
            <a:endParaRPr/>
          </a:p>
        </p:txBody>
      </p:sp>
      <p:sp>
        <p:nvSpPr>
          <p:cNvPr id="11" name="TextBox 10"/>
          <p:cNvSpPr txBox="1"/>
          <p:nvPr/>
        </p:nvSpPr>
        <p:spPr>
          <a:xfrm>
            <a:off x="4846320" y="1325880"/>
            <a:ext cx="3657600" cy="365760"/>
          </a:xfrm>
          <a:prstGeom prst="rect">
            <a:avLst/>
          </a:prstGeom>
          <a:noFill/>
        </p:spPr>
        <p:txBody>
          <a:bodyPr wrap="square" lIns="45720" tIns="27432" rIns="45720" bIns="27432" anchor="ctr">
            <a:spAutoFit/>
          </a:bodyPr>
          <a:lstStyle/>
          <a:p>
            <a:pPr marL="0" indent="0">
              <a:spcBef>
                <a:spcPts val="0"/>
              </a:spcBef>
              <a:spcAft>
                <a:spcPts val="0"/>
              </a:spcAft>
              <a:buNone/>
            </a:pPr>
            <a:r>
              <a:rPr sz="1700" b="1" i="0">
                <a:solidFill>
                  <a:srgbClr val="D34817"/>
                </a:solidFill>
                <a:latin typeface="Times New Roman"/>
              </a:rPr>
              <a:t>In scope</a:t>
            </a:r>
          </a:p>
        </p:txBody>
      </p:sp>
      <p:sp>
        <p:nvSpPr>
          <p:cNvPr id="12" name="TextBox 11"/>
          <p:cNvSpPr txBox="1"/>
          <p:nvPr/>
        </p:nvSpPr>
        <p:spPr>
          <a:xfrm>
            <a:off x="4846320" y="1737360"/>
            <a:ext cx="3657600" cy="1645920"/>
          </a:xfrm>
          <a:prstGeom prst="rect">
            <a:avLst/>
          </a:prstGeom>
          <a:noFill/>
        </p:spPr>
        <p:txBody>
          <a:bodyPr wrap="square" lIns="45720" tIns="27432" rIns="45720" bIns="27432" anchor="t">
            <a:spAutoFit/>
          </a:bodyPr>
          <a:lstStyle/>
          <a:p>
            <a:pPr marL="228600" indent="-228600">
              <a:spcBef>
                <a:spcPts val="0"/>
              </a:spcBef>
              <a:spcAft>
                <a:spcPts val="300"/>
              </a:spcAft>
              <a:buFont typeface="Arial"/>
              <a:buChar char="•"/>
            </a:pPr>
            <a:r>
              <a:rPr sz="1500" b="0" i="0">
                <a:solidFill>
                  <a:srgbClr val="262626"/>
                </a:solidFill>
                <a:latin typeface="Times New Roman"/>
              </a:rPr>
              <a:t>Understanding the request</a:t>
            </a:r>
          </a:p>
          <a:p>
            <a:pPr marL="228600" indent="-228600">
              <a:spcBef>
                <a:spcPts val="0"/>
              </a:spcBef>
              <a:spcAft>
                <a:spcPts val="300"/>
              </a:spcAft>
              <a:buFont typeface="Arial"/>
              <a:buChar char="•"/>
            </a:pPr>
            <a:r>
              <a:rPr sz="1500" b="0" i="0">
                <a:solidFill>
                  <a:srgbClr val="262626"/>
                </a:solidFill>
                <a:latin typeface="Times New Roman"/>
              </a:rPr>
              <a:t>Search for nearby workers</a:t>
            </a:r>
          </a:p>
          <a:p>
            <a:pPr marL="228600" indent="-228600">
              <a:spcBef>
                <a:spcPts val="0"/>
              </a:spcBef>
              <a:spcAft>
                <a:spcPts val="300"/>
              </a:spcAft>
              <a:buFont typeface="Arial"/>
              <a:buChar char="•"/>
            </a:pPr>
            <a:r>
              <a:rPr sz="1500" b="0" i="0">
                <a:solidFill>
                  <a:srgbClr val="262626"/>
                </a:solidFill>
                <a:latin typeface="Times New Roman"/>
              </a:rPr>
              <a:t>Ranking with a weighted score</a:t>
            </a:r>
          </a:p>
          <a:p>
            <a:pPr marL="228600" indent="-228600">
              <a:spcBef>
                <a:spcPts val="0"/>
              </a:spcBef>
              <a:spcAft>
                <a:spcPts val="300"/>
              </a:spcAft>
              <a:buFont typeface="Arial"/>
              <a:buChar char="•"/>
            </a:pPr>
            <a:r>
              <a:rPr sz="1500" b="0" i="0">
                <a:solidFill>
                  <a:srgbClr val="262626"/>
                </a:solidFill>
                <a:latin typeface="Times New Roman"/>
              </a:rPr>
              <a:t>Bandit-based quality estimate</a:t>
            </a:r>
          </a:p>
          <a:p>
            <a:pPr marL="228600" indent="-228600">
              <a:spcBef>
                <a:spcPts val="0"/>
              </a:spcBef>
              <a:spcAft>
                <a:spcPts val="0"/>
              </a:spcAft>
              <a:buFont typeface="Arial"/>
              <a:buChar char="•"/>
            </a:pPr>
            <a:r>
              <a:rPr sz="1500" b="0" i="0">
                <a:solidFill>
                  <a:srgbClr val="262626"/>
                </a:solidFill>
                <a:latin typeface="Times New Roman"/>
              </a:rPr>
              <a:t>Learning update after each job</a:t>
            </a:r>
          </a:p>
        </p:txBody>
      </p:sp>
      <p:sp>
        <p:nvSpPr>
          <p:cNvPr id="13" name="Out of scope box"/>
          <p:cNvSpPr/>
          <p:nvPr/>
        </p:nvSpPr>
        <p:spPr>
          <a:xfrm>
            <a:off x="4709160" y="3566160"/>
            <a:ext cx="3931920" cy="2194560"/>
          </a:xfrm>
          <a:prstGeom prst="rect">
            <a:avLst/>
          </a:prstGeom>
          <a:noFill/>
          <a:ln w="12700">
            <a:solidFill>
              <a:srgbClr val="A6A6A6"/>
            </a:solidFill>
          </a:ln>
        </p:spPr>
        <p:txBody>
          <a:bodyPr rtlCol="0" anchor="ctr"/>
          <a:lstStyle/>
          <a:p>
            <a:pPr algn="ctr"/>
            <a:endParaRPr/>
          </a:p>
        </p:txBody>
      </p:sp>
      <p:sp>
        <p:nvSpPr>
          <p:cNvPr id="14" name="TextBox 13"/>
          <p:cNvSpPr txBox="1"/>
          <p:nvPr/>
        </p:nvSpPr>
        <p:spPr>
          <a:xfrm>
            <a:off x="4846320" y="3611880"/>
            <a:ext cx="3657600" cy="365760"/>
          </a:xfrm>
          <a:prstGeom prst="rect">
            <a:avLst/>
          </a:prstGeom>
          <a:noFill/>
        </p:spPr>
        <p:txBody>
          <a:bodyPr wrap="square" lIns="45720" tIns="27432" rIns="45720" bIns="27432" anchor="ctr">
            <a:spAutoFit/>
          </a:bodyPr>
          <a:lstStyle/>
          <a:p>
            <a:pPr marL="0" indent="0">
              <a:spcBef>
                <a:spcPts val="0"/>
              </a:spcBef>
              <a:spcAft>
                <a:spcPts val="0"/>
              </a:spcAft>
              <a:buNone/>
            </a:pPr>
            <a:r>
              <a:rPr sz="1700" b="1" i="0">
                <a:solidFill>
                  <a:srgbClr val="D34817"/>
                </a:solidFill>
                <a:latin typeface="Times New Roman"/>
              </a:rPr>
              <a:t>Out of scope</a:t>
            </a:r>
          </a:p>
        </p:txBody>
      </p:sp>
      <p:sp>
        <p:nvSpPr>
          <p:cNvPr id="15" name="TextBox 14"/>
          <p:cNvSpPr txBox="1"/>
          <p:nvPr/>
        </p:nvSpPr>
        <p:spPr>
          <a:xfrm>
            <a:off x="4846320" y="4023360"/>
            <a:ext cx="3657600" cy="1737360"/>
          </a:xfrm>
          <a:prstGeom prst="rect">
            <a:avLst/>
          </a:prstGeom>
          <a:noFill/>
        </p:spPr>
        <p:txBody>
          <a:bodyPr wrap="square" lIns="45720" tIns="27432" rIns="45720" bIns="27432" anchor="t">
            <a:spAutoFit/>
          </a:bodyPr>
          <a:lstStyle/>
          <a:p>
            <a:pPr marL="228600" indent="-228600">
              <a:spcBef>
                <a:spcPts val="0"/>
              </a:spcBef>
              <a:spcAft>
                <a:spcPts val="300"/>
              </a:spcAft>
              <a:buFont typeface="Arial"/>
              <a:buChar char="•"/>
            </a:pPr>
            <a:r>
              <a:rPr sz="1500" b="0" i="0">
                <a:solidFill>
                  <a:srgbClr val="262626"/>
                </a:solidFill>
                <a:latin typeface="Times New Roman"/>
              </a:rPr>
              <a:t>Building a working mobile app</a:t>
            </a:r>
          </a:p>
          <a:p>
            <a:pPr marL="228600" indent="-228600">
              <a:spcBef>
                <a:spcPts val="0"/>
              </a:spcBef>
              <a:spcAft>
                <a:spcPts val="300"/>
              </a:spcAft>
              <a:buFont typeface="Arial"/>
              <a:buChar char="•"/>
            </a:pPr>
            <a:r>
              <a:rPr sz="1500" b="0" i="0">
                <a:solidFill>
                  <a:srgbClr val="262626"/>
                </a:solidFill>
                <a:latin typeface="Times New Roman"/>
              </a:rPr>
              <a:t>Handling online payments</a:t>
            </a:r>
          </a:p>
          <a:p>
            <a:pPr marL="228600" indent="-228600">
              <a:spcBef>
                <a:spcPts val="0"/>
              </a:spcBef>
              <a:spcAft>
                <a:spcPts val="300"/>
              </a:spcAft>
              <a:buFont typeface="Arial"/>
              <a:buChar char="•"/>
            </a:pPr>
            <a:r>
              <a:rPr sz="1500" b="0" i="0">
                <a:solidFill>
                  <a:srgbClr val="262626"/>
                </a:solidFill>
                <a:latin typeface="Times New Roman"/>
              </a:rPr>
              <a:t>Legal and tax matters</a:t>
            </a:r>
          </a:p>
          <a:p>
            <a:pPr marL="228600" indent="-228600">
              <a:spcBef>
                <a:spcPts val="0"/>
              </a:spcBef>
              <a:spcAft>
                <a:spcPts val="300"/>
              </a:spcAft>
              <a:buFont typeface="Arial"/>
              <a:buChar char="•"/>
            </a:pPr>
            <a:r>
              <a:rPr sz="1500" b="0" i="0">
                <a:solidFill>
                  <a:srgbClr val="262626"/>
                </a:solidFill>
                <a:latin typeface="Times New Roman"/>
              </a:rPr>
              <a:t>Verifying worker identity</a:t>
            </a:r>
          </a:p>
          <a:p>
            <a:pPr marL="228600" indent="-228600">
              <a:spcBef>
                <a:spcPts val="0"/>
              </a:spcBef>
              <a:spcAft>
                <a:spcPts val="300"/>
              </a:spcAft>
              <a:buFont typeface="Arial"/>
              <a:buChar char="•"/>
            </a:pPr>
            <a:r>
              <a:rPr sz="1500" b="0" i="0">
                <a:solidFill>
                  <a:srgbClr val="262626"/>
                </a:solidFill>
                <a:latin typeface="Times New Roman"/>
              </a:rPr>
              <a:t>Full marketplace deployment</a:t>
            </a:r>
          </a:p>
          <a:p>
            <a:pPr marL="228600" indent="-228600">
              <a:spcBef>
                <a:spcPts val="0"/>
              </a:spcBef>
              <a:spcAft>
                <a:spcPts val="0"/>
              </a:spcAft>
              <a:buFont typeface="Arial"/>
              <a:buChar char="•"/>
            </a:pPr>
            <a:r>
              <a:rPr sz="1500" b="0" i="0">
                <a:solidFill>
                  <a:srgbClr val="262626"/>
                </a:solidFill>
                <a:latin typeface="Times New Roman"/>
              </a:rPr>
              <a:t>Deriving bandit algorithms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622;p31"/>
          <p:cNvSpPr txBox="1">
            <a:spLocks noGrp="1"/>
          </p:cNvSpPr>
          <p:nvPr>
            <p:ph type="title"/>
          </p:nvPr>
        </p:nvSpPr>
        <p:spPr>
          <a:xfrm>
            <a:off x="502920" y="274320"/>
            <a:ext cx="8138160" cy="804672"/>
          </a:xfrm>
          <a:prstGeom prst="rect">
            <a:avLst/>
          </a:prstGeom>
          <a:noFill/>
          <a:ln>
            <a:noFill/>
          </a:ln>
        </p:spPr>
        <p:txBody>
          <a:bodyPr spcFirstLastPara="1" wrap="square" lIns="91425" tIns="45700" rIns="91425" bIns="91425" anchor="b" anchorCtr="0">
            <a:noAutofit/>
          </a:bodyPr>
          <a:lstStyle/>
          <a:p>
            <a:pPr marL="0" lvl="0" indent="0" algn="l" rtl="0">
              <a:lnSpc>
                <a:spcPct val="100000"/>
              </a:lnSpc>
              <a:spcBef>
                <a:spcPts val="0"/>
              </a:spcBef>
              <a:spcAft>
                <a:spcPts val="0"/>
              </a:spcAft>
              <a:buSzPts val="1400"/>
              <a:buNone/>
            </a:pPr>
            <a:r>
              <a:rPr lang="en-US" sz="2400" b="1"/>
              <a:t>System Architecture</a:t>
            </a:r>
            <a:endParaRPr/>
          </a:p>
        </p:txBody>
      </p:sp>
      <p:sp>
        <p:nvSpPr>
          <p:cNvPr id="5" name="Google Shape;624;p31"/>
          <p:cNvSpPr/>
          <p:nvPr/>
        </p:nvSpPr>
        <p:spPr>
          <a:xfrm>
            <a:off x="7845552" y="6096000"/>
            <a:ext cx="841248" cy="457200"/>
          </a:xfrm>
          <a:prstGeom prst="ellipse">
            <a:avLst/>
          </a:prstGeom>
          <a:solidFill>
            <a:schemeClr val="accent1"/>
          </a:solidFill>
          <a:ln>
            <a:noFill/>
          </a:ln>
        </p:spPr>
        <p:txBody>
          <a:bodyPr spcFirstLastPara="1" wrap="square" lIns="0" tIns="0" rIns="0" bIns="0" anchor="ctr" anchorCtr="1">
            <a:noAutofit/>
          </a:bodyPr>
          <a:lstStyle/>
          <a:p>
            <a:pPr marL="0" marR="0" lvl="0" indent="0" algn="ctr" rtl="0">
              <a:lnSpc>
                <a:spcPct val="100000"/>
              </a:lnSpc>
              <a:spcBef>
                <a:spcPts val="0"/>
              </a:spcBef>
              <a:spcAft>
                <a:spcPts val="0"/>
              </a:spcAft>
              <a:buClr>
                <a:srgbClr val="FFFFFF"/>
              </a:buClr>
              <a:buSzPts val="1400"/>
              <a:buFont typeface="Libre Franklin"/>
              <a:buNone/>
            </a:pPr>
            <a:fld id="{00000000-1234-1234-1234-123412341234}" type="slidenum">
              <a:rPr lang="en-US" sz="1400" b="0" i="0" u="none" strike="noStrike" cap="none">
                <a:solidFill>
                  <a:srgbClr val="FFFFFF"/>
                </a:solidFill>
                <a:latin typeface="Libre Franklin"/>
                <a:ea typeface="Libre Franklin"/>
                <a:cs typeface="Libre Franklin"/>
                <a:sym typeface="Libre Franklin"/>
              </a:rPr>
              <a:t>9</a:t>
            </a:fld>
            <a:r>
              <a:rPr lang="en-US" sz="1400" b="0" i="0" u="none" strike="noStrike" cap="none">
                <a:solidFill>
                  <a:srgbClr val="FFFFFF"/>
                </a:solidFill>
                <a:latin typeface="Libre Franklin"/>
                <a:ea typeface="Libre Franklin"/>
                <a:cs typeface="Libre Franklin"/>
                <a:sym typeface="Libre Franklin"/>
              </a:rPr>
              <a:t>/17</a:t>
            </a:r>
            <a:endParaRPr sz="1400" b="0" i="0" u="none" strike="noStrike" cap="none">
              <a:solidFill>
                <a:srgbClr val="000000"/>
              </a:solidFill>
              <a:latin typeface="Arial"/>
              <a:ea typeface="Arial"/>
              <a:cs typeface="Arial"/>
              <a:sym typeface="Arial"/>
            </a:endParaRPr>
          </a:p>
        </p:txBody>
      </p:sp>
      <p:sp>
        <p:nvSpPr>
          <p:cNvPr id="6" name="Google Shape;625;p31"/>
          <p:cNvSpPr txBox="1"/>
          <p:nvPr/>
        </p:nvSpPr>
        <p:spPr>
          <a:xfrm>
            <a:off x="5181600" y="6324600"/>
            <a:ext cx="3962400" cy="457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2"/>
              </a:buClr>
              <a:buSzPts val="1400"/>
              <a:buFont typeface="Libre Baskerville"/>
              <a:buNone/>
            </a:pPr>
            <a:r>
              <a:rPr lang="en-US" sz="1400" b="0" i="0" u="none" strike="noStrike" cap="none" dirty="0">
                <a:solidFill>
                  <a:schemeClr val="dk2"/>
                </a:solidFill>
                <a:latin typeface="Times New Roman" panose="02020603050405020304" pitchFamily="18" charset="0"/>
                <a:ea typeface="Libre Baskerville"/>
                <a:cs typeface="Times New Roman" panose="02020603050405020304" pitchFamily="18" charset="0"/>
                <a:sym typeface="Libre Baskerville"/>
              </a:rPr>
              <a:t>AI-Powered Smart Worker Finder</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7" name="Layer 1"/>
          <p:cNvSpPr/>
          <p:nvPr/>
        </p:nvSpPr>
        <p:spPr>
          <a:xfrm>
            <a:off x="502920" y="1280160"/>
            <a:ext cx="2743200" cy="676656"/>
          </a:xfrm>
          <a:prstGeom prst="rect">
            <a:avLst/>
          </a:prstGeom>
          <a:solidFill>
            <a:srgbClr val="F2F2F2"/>
          </a:solidFill>
          <a:ln w="12700">
            <a:solidFill>
              <a:srgbClr val="A6A6A6"/>
            </a:solidFill>
          </a:ln>
        </p:spPr>
        <p:txBody>
          <a:bodyPr wrap="square" lIns="54864" tIns="27432" rIns="54864" bIns="27432" rtlCol="0" anchor="ctr"/>
          <a:lstStyle/>
          <a:p>
            <a:pPr marL="0" indent="0" algn="ctr">
              <a:spcBef>
                <a:spcPts val="0"/>
              </a:spcBef>
              <a:spcAft>
                <a:spcPts val="0"/>
              </a:spcAft>
              <a:buNone/>
            </a:pPr>
            <a:r>
              <a:rPr sz="1400" b="1" i="0">
                <a:solidFill>
                  <a:srgbClr val="262626"/>
                </a:solidFill>
                <a:latin typeface="Times New Roman"/>
              </a:rPr>
              <a:t>1  Request Understanding (NLP / GenAI)</a:t>
            </a:r>
          </a:p>
        </p:txBody>
      </p:sp>
      <p:sp>
        <p:nvSpPr>
          <p:cNvPr id="8" name="Layer 1 parts"/>
          <p:cNvSpPr/>
          <p:nvPr/>
        </p:nvSpPr>
        <p:spPr>
          <a:xfrm>
            <a:off x="3246120" y="1280160"/>
            <a:ext cx="3154680" cy="676656"/>
          </a:xfrm>
          <a:prstGeom prst="rect">
            <a:avLst/>
          </a:prstGeom>
          <a:solidFill>
            <a:srgbClr val="FFFFFF"/>
          </a:solidFill>
          <a:ln w="12700">
            <a:solidFill>
              <a:srgbClr val="A6A6A6"/>
            </a:solidFill>
          </a:ln>
        </p:spPr>
        <p:txBody>
          <a:bodyPr wrap="square" lIns="54864" tIns="27432" rIns="54864" bIns="27432" rtlCol="0" anchor="ctr"/>
          <a:lstStyle/>
          <a:p>
            <a:pPr marL="0" indent="0" algn="ctr">
              <a:spcBef>
                <a:spcPts val="0"/>
              </a:spcBef>
              <a:spcAft>
                <a:spcPts val="0"/>
              </a:spcAft>
              <a:buNone/>
            </a:pPr>
            <a:r>
              <a:rPr sz="1400" b="0" i="0">
                <a:solidFill>
                  <a:srgbClr val="262626"/>
                </a:solidFill>
                <a:latin typeface="Times New Roman"/>
              </a:rPr>
              <a:t>Service classification, detail extraction, requirement profile</a:t>
            </a:r>
          </a:p>
        </p:txBody>
      </p:sp>
      <p:sp>
        <p:nvSpPr>
          <p:cNvPr id="9" name="TextBox 8"/>
          <p:cNvSpPr txBox="1"/>
          <p:nvPr/>
        </p:nvSpPr>
        <p:spPr>
          <a:xfrm>
            <a:off x="502920" y="1956815"/>
            <a:ext cx="2743200" cy="182880"/>
          </a:xfrm>
          <a:prstGeom prst="rect">
            <a:avLst/>
          </a:prstGeom>
          <a:noFill/>
        </p:spPr>
        <p:txBody>
          <a:bodyPr wrap="square" lIns="0" tIns="27432" rIns="0" bIns="27432" anchor="ctr">
            <a:spAutoFit/>
          </a:bodyPr>
          <a:lstStyle/>
          <a:p>
            <a:pPr marL="0" indent="0" algn="ctr">
              <a:spcBef>
                <a:spcPts val="0"/>
              </a:spcBef>
              <a:spcAft>
                <a:spcPts val="0"/>
              </a:spcAft>
              <a:buNone/>
            </a:pPr>
            <a:r>
              <a:rPr sz="1200" b="0" i="0">
                <a:solidFill>
                  <a:srgbClr val="696464"/>
                </a:solidFill>
                <a:latin typeface="Arial"/>
              </a:rPr>
              <a:t>↓</a:t>
            </a:r>
          </a:p>
        </p:txBody>
      </p:sp>
      <p:sp>
        <p:nvSpPr>
          <p:cNvPr id="10" name="Layer 2"/>
          <p:cNvSpPr/>
          <p:nvPr/>
        </p:nvSpPr>
        <p:spPr>
          <a:xfrm>
            <a:off x="502920" y="2139696"/>
            <a:ext cx="2743200" cy="676656"/>
          </a:xfrm>
          <a:prstGeom prst="rect">
            <a:avLst/>
          </a:prstGeom>
          <a:solidFill>
            <a:srgbClr val="F2F2F2"/>
          </a:solidFill>
          <a:ln w="12700">
            <a:solidFill>
              <a:srgbClr val="A6A6A6"/>
            </a:solidFill>
          </a:ln>
        </p:spPr>
        <p:txBody>
          <a:bodyPr wrap="square" lIns="54864" tIns="27432" rIns="54864" bIns="27432" rtlCol="0" anchor="ctr"/>
          <a:lstStyle/>
          <a:p>
            <a:pPr marL="0" indent="0" algn="ctr">
              <a:spcBef>
                <a:spcPts val="0"/>
              </a:spcBef>
              <a:spcAft>
                <a:spcPts val="0"/>
              </a:spcAft>
              <a:buNone/>
            </a:pPr>
            <a:r>
              <a:rPr sz="1400" b="1" i="0">
                <a:solidFill>
                  <a:srgbClr val="262626"/>
                </a:solidFill>
                <a:latin typeface="Times New Roman"/>
              </a:rPr>
              <a:t>2  Nearby Worker Search (location-based)</a:t>
            </a:r>
          </a:p>
        </p:txBody>
      </p:sp>
      <p:sp>
        <p:nvSpPr>
          <p:cNvPr id="11" name="Layer 2 parts"/>
          <p:cNvSpPr/>
          <p:nvPr/>
        </p:nvSpPr>
        <p:spPr>
          <a:xfrm>
            <a:off x="3246120" y="2139696"/>
            <a:ext cx="3154680" cy="676656"/>
          </a:xfrm>
          <a:prstGeom prst="rect">
            <a:avLst/>
          </a:prstGeom>
          <a:solidFill>
            <a:srgbClr val="FFFFFF"/>
          </a:solidFill>
          <a:ln w="12700">
            <a:solidFill>
              <a:srgbClr val="A6A6A6"/>
            </a:solidFill>
          </a:ln>
        </p:spPr>
        <p:txBody>
          <a:bodyPr wrap="square" lIns="54864" tIns="27432" rIns="54864" bIns="27432" rtlCol="0" anchor="ctr"/>
          <a:lstStyle/>
          <a:p>
            <a:pPr marL="0" indent="0" algn="ctr">
              <a:spcBef>
                <a:spcPts val="0"/>
              </a:spcBef>
              <a:spcAft>
                <a:spcPts val="0"/>
              </a:spcAft>
              <a:buNone/>
            </a:pPr>
            <a:r>
              <a:rPr sz="1400" b="0" i="0">
                <a:solidFill>
                  <a:srgbClr val="262626"/>
                </a:solidFill>
                <a:latin typeface="Times New Roman"/>
              </a:rPr>
              <a:t>Geo search in radius, availability check, candidate list</a:t>
            </a:r>
          </a:p>
        </p:txBody>
      </p:sp>
      <p:sp>
        <p:nvSpPr>
          <p:cNvPr id="12" name="TextBox 11"/>
          <p:cNvSpPr txBox="1"/>
          <p:nvPr/>
        </p:nvSpPr>
        <p:spPr>
          <a:xfrm>
            <a:off x="502920" y="2816352"/>
            <a:ext cx="2743200" cy="182880"/>
          </a:xfrm>
          <a:prstGeom prst="rect">
            <a:avLst/>
          </a:prstGeom>
          <a:noFill/>
        </p:spPr>
        <p:txBody>
          <a:bodyPr wrap="square" lIns="0" tIns="27432" rIns="0" bIns="27432" anchor="ctr">
            <a:spAutoFit/>
          </a:bodyPr>
          <a:lstStyle/>
          <a:p>
            <a:pPr marL="0" indent="0" algn="ctr">
              <a:spcBef>
                <a:spcPts val="0"/>
              </a:spcBef>
              <a:spcAft>
                <a:spcPts val="0"/>
              </a:spcAft>
              <a:buNone/>
            </a:pPr>
            <a:r>
              <a:rPr sz="1200" b="0" i="0">
                <a:solidFill>
                  <a:srgbClr val="696464"/>
                </a:solidFill>
                <a:latin typeface="Arial"/>
              </a:rPr>
              <a:t>↓</a:t>
            </a:r>
          </a:p>
        </p:txBody>
      </p:sp>
      <p:sp>
        <p:nvSpPr>
          <p:cNvPr id="13" name="Layer 3"/>
          <p:cNvSpPr/>
          <p:nvPr/>
        </p:nvSpPr>
        <p:spPr>
          <a:xfrm>
            <a:off x="502920" y="2999232"/>
            <a:ext cx="2743200" cy="676656"/>
          </a:xfrm>
          <a:prstGeom prst="rect">
            <a:avLst/>
          </a:prstGeom>
          <a:solidFill>
            <a:srgbClr val="F2F2F2"/>
          </a:solidFill>
          <a:ln w="12700">
            <a:solidFill>
              <a:srgbClr val="A6A6A6"/>
            </a:solidFill>
          </a:ln>
        </p:spPr>
        <p:txBody>
          <a:bodyPr wrap="square" lIns="54864" tIns="27432" rIns="54864" bIns="27432" rtlCol="0" anchor="ctr"/>
          <a:lstStyle/>
          <a:p>
            <a:pPr marL="0" indent="0" algn="ctr">
              <a:spcBef>
                <a:spcPts val="0"/>
              </a:spcBef>
              <a:spcAft>
                <a:spcPts val="0"/>
              </a:spcAft>
              <a:buNone/>
            </a:pPr>
            <a:r>
              <a:rPr sz="1400" b="1" i="0">
                <a:solidFill>
                  <a:srgbClr val="262626"/>
                </a:solidFill>
                <a:latin typeface="Times New Roman"/>
              </a:rPr>
              <a:t>3  AI Ranking and Selection (CrowdBwO idea)</a:t>
            </a:r>
          </a:p>
        </p:txBody>
      </p:sp>
      <p:sp>
        <p:nvSpPr>
          <p:cNvPr id="14" name="Layer 3 parts"/>
          <p:cNvSpPr/>
          <p:nvPr/>
        </p:nvSpPr>
        <p:spPr>
          <a:xfrm>
            <a:off x="3246120" y="2999232"/>
            <a:ext cx="3154680" cy="676656"/>
          </a:xfrm>
          <a:prstGeom prst="rect">
            <a:avLst/>
          </a:prstGeom>
          <a:solidFill>
            <a:srgbClr val="FFFFFF"/>
          </a:solidFill>
          <a:ln w="12700">
            <a:solidFill>
              <a:srgbClr val="A6A6A6"/>
            </a:solidFill>
          </a:ln>
        </p:spPr>
        <p:txBody>
          <a:bodyPr wrap="square" lIns="54864" tIns="27432" rIns="54864" bIns="27432" rtlCol="0" anchor="ctr"/>
          <a:lstStyle/>
          <a:p>
            <a:pPr marL="0" indent="0" algn="ctr">
              <a:spcBef>
                <a:spcPts val="0"/>
              </a:spcBef>
              <a:spcAft>
                <a:spcPts val="0"/>
              </a:spcAft>
              <a:buNone/>
            </a:pPr>
            <a:r>
              <a:rPr sz="1400" b="0" i="0">
                <a:solidFill>
                  <a:srgbClr val="262626"/>
                </a:solidFill>
                <a:latin typeface="Times New Roman"/>
              </a:rPr>
              <a:t>Feature builder, bandit learner, scorer and optimizer</a:t>
            </a:r>
          </a:p>
        </p:txBody>
      </p:sp>
      <p:sp>
        <p:nvSpPr>
          <p:cNvPr id="15" name="TextBox 14"/>
          <p:cNvSpPr txBox="1"/>
          <p:nvPr/>
        </p:nvSpPr>
        <p:spPr>
          <a:xfrm>
            <a:off x="502920" y="3675887"/>
            <a:ext cx="2743200" cy="182880"/>
          </a:xfrm>
          <a:prstGeom prst="rect">
            <a:avLst/>
          </a:prstGeom>
          <a:noFill/>
        </p:spPr>
        <p:txBody>
          <a:bodyPr wrap="square" lIns="0" tIns="27432" rIns="0" bIns="27432" anchor="ctr">
            <a:spAutoFit/>
          </a:bodyPr>
          <a:lstStyle/>
          <a:p>
            <a:pPr marL="0" indent="0" algn="ctr">
              <a:spcBef>
                <a:spcPts val="0"/>
              </a:spcBef>
              <a:spcAft>
                <a:spcPts val="0"/>
              </a:spcAft>
              <a:buNone/>
            </a:pPr>
            <a:r>
              <a:rPr sz="1200" b="0" i="0">
                <a:solidFill>
                  <a:srgbClr val="696464"/>
                </a:solidFill>
                <a:latin typeface="Arial"/>
              </a:rPr>
              <a:t>↓</a:t>
            </a:r>
          </a:p>
        </p:txBody>
      </p:sp>
      <p:sp>
        <p:nvSpPr>
          <p:cNvPr id="16" name="Layer 4"/>
          <p:cNvSpPr/>
          <p:nvPr/>
        </p:nvSpPr>
        <p:spPr>
          <a:xfrm>
            <a:off x="502920" y="3858768"/>
            <a:ext cx="2743200" cy="676656"/>
          </a:xfrm>
          <a:prstGeom prst="rect">
            <a:avLst/>
          </a:prstGeom>
          <a:solidFill>
            <a:srgbClr val="F2F2F2"/>
          </a:solidFill>
          <a:ln w="12700">
            <a:solidFill>
              <a:srgbClr val="A6A6A6"/>
            </a:solidFill>
          </a:ln>
        </p:spPr>
        <p:txBody>
          <a:bodyPr wrap="square" lIns="54864" tIns="27432" rIns="54864" bIns="27432" rtlCol="0" anchor="ctr"/>
          <a:lstStyle/>
          <a:p>
            <a:pPr marL="0" indent="0" algn="ctr">
              <a:spcBef>
                <a:spcPts val="0"/>
              </a:spcBef>
              <a:spcAft>
                <a:spcPts val="0"/>
              </a:spcAft>
              <a:buNone/>
            </a:pPr>
            <a:r>
              <a:rPr sz="1400" b="1" i="0">
                <a:solidFill>
                  <a:srgbClr val="262626"/>
                </a:solidFill>
                <a:latin typeface="Times New Roman"/>
              </a:rPr>
              <a:t>4  Recommendation and Booking</a:t>
            </a:r>
          </a:p>
        </p:txBody>
      </p:sp>
      <p:sp>
        <p:nvSpPr>
          <p:cNvPr id="17" name="Layer 4 parts"/>
          <p:cNvSpPr/>
          <p:nvPr/>
        </p:nvSpPr>
        <p:spPr>
          <a:xfrm>
            <a:off x="3246120" y="3858768"/>
            <a:ext cx="3154680" cy="676656"/>
          </a:xfrm>
          <a:prstGeom prst="rect">
            <a:avLst/>
          </a:prstGeom>
          <a:solidFill>
            <a:srgbClr val="FFFFFF"/>
          </a:solidFill>
          <a:ln w="12700">
            <a:solidFill>
              <a:srgbClr val="A6A6A6"/>
            </a:solidFill>
          </a:ln>
        </p:spPr>
        <p:txBody>
          <a:bodyPr wrap="square" lIns="54864" tIns="27432" rIns="54864" bIns="27432" rtlCol="0" anchor="ctr"/>
          <a:lstStyle/>
          <a:p>
            <a:pPr marL="0" indent="0" algn="ctr">
              <a:spcBef>
                <a:spcPts val="0"/>
              </a:spcBef>
              <a:spcAft>
                <a:spcPts val="0"/>
              </a:spcAft>
              <a:buNone/>
            </a:pPr>
            <a:r>
              <a:rPr sz="1400" b="0" i="0">
                <a:solidFill>
                  <a:srgbClr val="262626"/>
                </a:solidFill>
                <a:latin typeface="Times New Roman"/>
              </a:rPr>
              <a:t>Best worker with alternatives, booking request, notification</a:t>
            </a:r>
          </a:p>
        </p:txBody>
      </p:sp>
      <p:sp>
        <p:nvSpPr>
          <p:cNvPr id="18" name="TextBox 17"/>
          <p:cNvSpPr txBox="1"/>
          <p:nvPr/>
        </p:nvSpPr>
        <p:spPr>
          <a:xfrm>
            <a:off x="502920" y="4535424"/>
            <a:ext cx="2743200" cy="182880"/>
          </a:xfrm>
          <a:prstGeom prst="rect">
            <a:avLst/>
          </a:prstGeom>
          <a:noFill/>
        </p:spPr>
        <p:txBody>
          <a:bodyPr wrap="square" lIns="0" tIns="27432" rIns="0" bIns="27432" anchor="ctr">
            <a:spAutoFit/>
          </a:bodyPr>
          <a:lstStyle/>
          <a:p>
            <a:pPr marL="0" indent="0" algn="ctr">
              <a:spcBef>
                <a:spcPts val="0"/>
              </a:spcBef>
              <a:spcAft>
                <a:spcPts val="0"/>
              </a:spcAft>
              <a:buNone/>
            </a:pPr>
            <a:r>
              <a:rPr sz="1200" b="0" i="0">
                <a:solidFill>
                  <a:srgbClr val="696464"/>
                </a:solidFill>
                <a:latin typeface="Arial"/>
              </a:rPr>
              <a:t>↓</a:t>
            </a:r>
          </a:p>
        </p:txBody>
      </p:sp>
      <p:sp>
        <p:nvSpPr>
          <p:cNvPr id="19" name="Layer 5"/>
          <p:cNvSpPr/>
          <p:nvPr/>
        </p:nvSpPr>
        <p:spPr>
          <a:xfrm>
            <a:off x="502920" y="4718304"/>
            <a:ext cx="2743200" cy="676656"/>
          </a:xfrm>
          <a:prstGeom prst="rect">
            <a:avLst/>
          </a:prstGeom>
          <a:solidFill>
            <a:srgbClr val="F2F2F2"/>
          </a:solidFill>
          <a:ln w="12700">
            <a:solidFill>
              <a:srgbClr val="A6A6A6"/>
            </a:solidFill>
          </a:ln>
        </p:spPr>
        <p:txBody>
          <a:bodyPr wrap="square" lIns="54864" tIns="27432" rIns="54864" bIns="27432" rtlCol="0" anchor="ctr"/>
          <a:lstStyle/>
          <a:p>
            <a:pPr marL="0" indent="0" algn="ctr">
              <a:spcBef>
                <a:spcPts val="0"/>
              </a:spcBef>
              <a:spcAft>
                <a:spcPts val="0"/>
              </a:spcAft>
              <a:buNone/>
            </a:pPr>
            <a:r>
              <a:rPr sz="1400" b="1" i="0">
                <a:solidFill>
                  <a:srgbClr val="262626"/>
                </a:solidFill>
                <a:latin typeface="Times New Roman"/>
              </a:rPr>
              <a:t>5  Service and Feedback</a:t>
            </a:r>
          </a:p>
        </p:txBody>
      </p:sp>
      <p:sp>
        <p:nvSpPr>
          <p:cNvPr id="20" name="Layer 5 parts"/>
          <p:cNvSpPr/>
          <p:nvPr/>
        </p:nvSpPr>
        <p:spPr>
          <a:xfrm>
            <a:off x="3246120" y="4718304"/>
            <a:ext cx="3154680" cy="676656"/>
          </a:xfrm>
          <a:prstGeom prst="rect">
            <a:avLst/>
          </a:prstGeom>
          <a:solidFill>
            <a:srgbClr val="FFFFFF"/>
          </a:solidFill>
          <a:ln w="12700">
            <a:solidFill>
              <a:srgbClr val="A6A6A6"/>
            </a:solidFill>
          </a:ln>
        </p:spPr>
        <p:txBody>
          <a:bodyPr wrap="square" lIns="54864" tIns="27432" rIns="54864" bIns="27432" rtlCol="0" anchor="ctr"/>
          <a:lstStyle/>
          <a:p>
            <a:pPr marL="0" indent="0" algn="ctr">
              <a:spcBef>
                <a:spcPts val="0"/>
              </a:spcBef>
              <a:spcAft>
                <a:spcPts val="0"/>
              </a:spcAft>
              <a:buNone/>
            </a:pPr>
            <a:r>
              <a:rPr sz="1400" b="0" i="0">
                <a:solidFill>
                  <a:srgbClr val="262626"/>
                </a:solidFill>
                <a:latin typeface="Times New Roman"/>
              </a:rPr>
              <a:t>Service visit, customer rating, learning update</a:t>
            </a:r>
          </a:p>
        </p:txBody>
      </p:sp>
      <p:sp>
        <p:nvSpPr>
          <p:cNvPr id="21" name="Customer input"/>
          <p:cNvSpPr/>
          <p:nvPr/>
        </p:nvSpPr>
        <p:spPr>
          <a:xfrm>
            <a:off x="6675120" y="1280160"/>
            <a:ext cx="1965960" cy="914400"/>
          </a:xfrm>
          <a:prstGeom prst="rect">
            <a:avLst/>
          </a:prstGeom>
          <a:solidFill>
            <a:srgbClr val="FFFFFF"/>
          </a:solidFill>
          <a:ln w="12700">
            <a:solidFill>
              <a:srgbClr val="A6A6A6"/>
            </a:solidFill>
          </a:ln>
        </p:spPr>
        <p:txBody>
          <a:bodyPr wrap="square" lIns="54864" tIns="27432" rIns="54864" bIns="27432" rtlCol="0" anchor="ctr"/>
          <a:lstStyle/>
          <a:p>
            <a:pPr marL="0" indent="0" algn="ctr">
              <a:spcBef>
                <a:spcPts val="0"/>
              </a:spcBef>
              <a:spcAft>
                <a:spcPts val="0"/>
              </a:spcAft>
              <a:buNone/>
            </a:pPr>
            <a:r>
              <a:rPr sz="1400" b="1" i="0">
                <a:solidFill>
                  <a:srgbClr val="262626"/>
                </a:solidFill>
                <a:latin typeface="Times New Roman"/>
              </a:rPr>
              <a:t>Customer Input</a:t>
            </a:r>
          </a:p>
          <a:p>
            <a:pPr marL="0" indent="0" algn="ctr">
              <a:spcBef>
                <a:spcPts val="0"/>
              </a:spcBef>
              <a:spcAft>
                <a:spcPts val="0"/>
              </a:spcAft>
              <a:buNone/>
            </a:pPr>
            <a:r>
              <a:rPr sz="1300" b="0" i="0">
                <a:solidFill>
                  <a:srgbClr val="262626"/>
                </a:solidFill>
                <a:latin typeface="Times New Roman"/>
              </a:rPr>
              <a:t>problem text, location, urgency, budget</a:t>
            </a:r>
          </a:p>
        </p:txBody>
      </p:sp>
      <p:sp>
        <p:nvSpPr>
          <p:cNvPr id="22" name="Data and cloud box"/>
          <p:cNvSpPr/>
          <p:nvPr/>
        </p:nvSpPr>
        <p:spPr>
          <a:xfrm>
            <a:off x="6675120" y="2423160"/>
            <a:ext cx="1965960" cy="2971800"/>
          </a:xfrm>
          <a:prstGeom prst="rect">
            <a:avLst/>
          </a:prstGeom>
          <a:solidFill>
            <a:srgbClr val="F2F2F2"/>
          </a:solidFill>
          <a:ln w="12700">
            <a:solidFill>
              <a:srgbClr val="A6A6A6"/>
            </a:solidFill>
          </a:ln>
        </p:spPr>
        <p:txBody>
          <a:bodyPr rtlCol="0" anchor="ctr"/>
          <a:lstStyle/>
          <a:p>
            <a:pPr algn="ctr"/>
            <a:endParaRPr/>
          </a:p>
        </p:txBody>
      </p:sp>
      <p:sp>
        <p:nvSpPr>
          <p:cNvPr id="23" name="TextBox 22"/>
          <p:cNvSpPr txBox="1"/>
          <p:nvPr/>
        </p:nvSpPr>
        <p:spPr>
          <a:xfrm>
            <a:off x="6720840" y="2468880"/>
            <a:ext cx="1874519" cy="2880360"/>
          </a:xfrm>
          <a:prstGeom prst="rect">
            <a:avLst/>
          </a:prstGeom>
          <a:noFill/>
        </p:spPr>
        <p:txBody>
          <a:bodyPr wrap="square" lIns="45720" tIns="27432" rIns="45720" bIns="27432" anchor="t">
            <a:spAutoFit/>
          </a:bodyPr>
          <a:lstStyle/>
          <a:p>
            <a:pPr marL="0" indent="0" algn="ctr">
              <a:spcBef>
                <a:spcPts val="0"/>
              </a:spcBef>
              <a:spcAft>
                <a:spcPts val="600"/>
              </a:spcAft>
              <a:buNone/>
            </a:pPr>
            <a:r>
              <a:rPr sz="1400" b="1" i="0">
                <a:solidFill>
                  <a:srgbClr val="D34817"/>
                </a:solidFill>
                <a:latin typeface="Times New Roman"/>
              </a:rPr>
              <a:t>Data and Cloud Layer</a:t>
            </a:r>
          </a:p>
          <a:p>
            <a:pPr marL="0" indent="0">
              <a:spcBef>
                <a:spcPts val="0"/>
              </a:spcBef>
              <a:spcAft>
                <a:spcPts val="0"/>
              </a:spcAft>
              <a:buNone/>
            </a:pPr>
            <a:r>
              <a:rPr sz="1300" b="1" i="0">
                <a:solidFill>
                  <a:srgbClr val="262626"/>
                </a:solidFill>
                <a:latin typeface="Times New Roman"/>
              </a:rPr>
              <a:t>Worker Profile Database</a:t>
            </a:r>
          </a:p>
          <a:p>
            <a:pPr marL="0" indent="0">
              <a:spcBef>
                <a:spcPts val="0"/>
              </a:spcBef>
              <a:spcAft>
                <a:spcPts val="600"/>
              </a:spcAft>
              <a:buNone/>
            </a:pPr>
            <a:r>
              <a:rPr sz="1300" b="0" i="0">
                <a:solidFill>
                  <a:srgbClr val="262626"/>
                </a:solidFill>
                <a:latin typeface="Times New Roman"/>
              </a:rPr>
              <a:t>skills, location, rates, availability</a:t>
            </a:r>
          </a:p>
          <a:p>
            <a:pPr marL="0" indent="0">
              <a:spcBef>
                <a:spcPts val="0"/>
              </a:spcBef>
              <a:spcAft>
                <a:spcPts val="0"/>
              </a:spcAft>
              <a:buNone/>
            </a:pPr>
            <a:r>
              <a:rPr sz="1300" b="1" i="0">
                <a:solidFill>
                  <a:srgbClr val="262626"/>
                </a:solidFill>
                <a:latin typeface="Times New Roman"/>
              </a:rPr>
              <a:t>Booking and Feedback Database</a:t>
            </a:r>
          </a:p>
          <a:p>
            <a:pPr marL="0" indent="0">
              <a:spcBef>
                <a:spcPts val="0"/>
              </a:spcBef>
              <a:spcAft>
                <a:spcPts val="600"/>
              </a:spcAft>
              <a:buNone/>
            </a:pPr>
            <a:r>
              <a:rPr sz="1300" b="0" i="0">
                <a:solidFill>
                  <a:srgbClr val="262626"/>
                </a:solidFill>
                <a:latin typeface="Times New Roman"/>
              </a:rPr>
              <a:t>history, ratings, bandit statistics</a:t>
            </a:r>
          </a:p>
          <a:p>
            <a:pPr marL="0" indent="0">
              <a:spcBef>
                <a:spcPts val="0"/>
              </a:spcBef>
              <a:spcAft>
                <a:spcPts val="0"/>
              </a:spcAft>
              <a:buNone/>
            </a:pPr>
            <a:r>
              <a:rPr sz="1300" b="1" i="0">
                <a:solidFill>
                  <a:srgbClr val="262626"/>
                </a:solidFill>
                <a:latin typeface="Times New Roman"/>
              </a:rPr>
              <a:t>Cloud Platform</a:t>
            </a:r>
          </a:p>
          <a:p>
            <a:pPr marL="0" indent="0">
              <a:spcBef>
                <a:spcPts val="0"/>
              </a:spcBef>
              <a:spcAft>
                <a:spcPts val="0"/>
              </a:spcAft>
              <a:buNone/>
            </a:pPr>
            <a:r>
              <a:rPr sz="1300" b="0" i="0">
                <a:solidFill>
                  <a:srgbClr val="262626"/>
                </a:solidFill>
                <a:latin typeface="Times New Roman"/>
              </a:rPr>
              <a:t>hosting, live updates, scaling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622;p31"/>
          <p:cNvSpPr txBox="1">
            <a:spLocks noGrp="1"/>
          </p:cNvSpPr>
          <p:nvPr>
            <p:ph type="title"/>
          </p:nvPr>
        </p:nvSpPr>
        <p:spPr>
          <a:xfrm>
            <a:off x="502920" y="274320"/>
            <a:ext cx="8138160" cy="804672"/>
          </a:xfrm>
          <a:prstGeom prst="rect">
            <a:avLst/>
          </a:prstGeom>
          <a:noFill/>
          <a:ln>
            <a:noFill/>
          </a:ln>
        </p:spPr>
        <p:txBody>
          <a:bodyPr spcFirstLastPara="1" wrap="square" lIns="91425" tIns="45700" rIns="91425" bIns="91425" anchor="b" anchorCtr="0">
            <a:noAutofit/>
          </a:bodyPr>
          <a:lstStyle/>
          <a:p>
            <a:pPr marL="0" lvl="0" indent="0" algn="l" rtl="0">
              <a:lnSpc>
                <a:spcPct val="100000"/>
              </a:lnSpc>
              <a:spcBef>
                <a:spcPts val="0"/>
              </a:spcBef>
              <a:spcAft>
                <a:spcPts val="0"/>
              </a:spcAft>
              <a:buSzPts val="1400"/>
              <a:buNone/>
            </a:pPr>
            <a:r>
              <a:rPr lang="en-US" sz="2400" b="1"/>
              <a:t>Methodology: Working of the System</a:t>
            </a:r>
            <a:endParaRPr/>
          </a:p>
        </p:txBody>
      </p:sp>
      <p:sp>
        <p:nvSpPr>
          <p:cNvPr id="5" name="Google Shape;624;p31"/>
          <p:cNvSpPr/>
          <p:nvPr/>
        </p:nvSpPr>
        <p:spPr>
          <a:xfrm>
            <a:off x="7845552" y="6096000"/>
            <a:ext cx="841248" cy="457200"/>
          </a:xfrm>
          <a:prstGeom prst="ellipse">
            <a:avLst/>
          </a:prstGeom>
          <a:solidFill>
            <a:schemeClr val="accent1"/>
          </a:solidFill>
          <a:ln>
            <a:noFill/>
          </a:ln>
        </p:spPr>
        <p:txBody>
          <a:bodyPr spcFirstLastPara="1" wrap="square" lIns="0" tIns="0" rIns="0" bIns="0" anchor="ctr" anchorCtr="1">
            <a:noAutofit/>
          </a:bodyPr>
          <a:lstStyle/>
          <a:p>
            <a:pPr marL="0" marR="0" lvl="0" indent="0" algn="ctr" rtl="0">
              <a:lnSpc>
                <a:spcPct val="100000"/>
              </a:lnSpc>
              <a:spcBef>
                <a:spcPts val="0"/>
              </a:spcBef>
              <a:spcAft>
                <a:spcPts val="0"/>
              </a:spcAft>
              <a:buClr>
                <a:srgbClr val="FFFFFF"/>
              </a:buClr>
              <a:buSzPts val="1400"/>
              <a:buFont typeface="Libre Franklin"/>
              <a:buNone/>
            </a:pPr>
            <a:fld id="{00000000-1234-1234-1234-123412341234}" type="slidenum">
              <a:rPr lang="en-US" sz="1400" b="0" i="0" u="none" strike="noStrike" cap="none">
                <a:solidFill>
                  <a:srgbClr val="FFFFFF"/>
                </a:solidFill>
                <a:latin typeface="Libre Franklin"/>
                <a:ea typeface="Libre Franklin"/>
                <a:cs typeface="Libre Franklin"/>
                <a:sym typeface="Libre Franklin"/>
              </a:rPr>
              <a:t>10</a:t>
            </a:fld>
            <a:r>
              <a:rPr lang="en-US" sz="1400" b="0" i="0" u="none" strike="noStrike" cap="none">
                <a:solidFill>
                  <a:srgbClr val="FFFFFF"/>
                </a:solidFill>
                <a:latin typeface="Libre Franklin"/>
                <a:ea typeface="Libre Franklin"/>
                <a:cs typeface="Libre Franklin"/>
                <a:sym typeface="Libre Franklin"/>
              </a:rPr>
              <a:t>/17</a:t>
            </a:r>
            <a:endParaRPr sz="1400" b="0" i="0" u="none" strike="noStrike" cap="none">
              <a:solidFill>
                <a:srgbClr val="000000"/>
              </a:solidFill>
              <a:latin typeface="Arial"/>
              <a:ea typeface="Arial"/>
              <a:cs typeface="Arial"/>
              <a:sym typeface="Arial"/>
            </a:endParaRPr>
          </a:p>
        </p:txBody>
      </p:sp>
      <p:sp>
        <p:nvSpPr>
          <p:cNvPr id="6" name="Google Shape;625;p31"/>
          <p:cNvSpPr txBox="1"/>
          <p:nvPr/>
        </p:nvSpPr>
        <p:spPr>
          <a:xfrm>
            <a:off x="5318760" y="6400800"/>
            <a:ext cx="3962400" cy="457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2"/>
              </a:buClr>
              <a:buSzPts val="1400"/>
              <a:buFont typeface="Libre Baskerville"/>
              <a:buNone/>
            </a:pPr>
            <a:r>
              <a:rPr lang="en-US" sz="1400" b="0" i="0" u="none" strike="noStrike" cap="none" dirty="0">
                <a:solidFill>
                  <a:schemeClr val="dk2"/>
                </a:solidFill>
                <a:latin typeface="Times New Roman" panose="02020603050405020304" pitchFamily="18" charset="0"/>
                <a:ea typeface="Libre Baskerville"/>
                <a:cs typeface="Times New Roman" panose="02020603050405020304" pitchFamily="18" charset="0"/>
                <a:sym typeface="Libre Baskerville"/>
              </a:rPr>
              <a:t>AI-Powered Smart Worker Finder</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7" name="Example request box"/>
          <p:cNvSpPr/>
          <p:nvPr/>
        </p:nvSpPr>
        <p:spPr>
          <a:xfrm>
            <a:off x="502920" y="1280160"/>
            <a:ext cx="8138160" cy="777240"/>
          </a:xfrm>
          <a:prstGeom prst="rect">
            <a:avLst/>
          </a:prstGeom>
          <a:solidFill>
            <a:srgbClr val="F2F2F2"/>
          </a:solidFill>
          <a:ln w="12700">
            <a:solidFill>
              <a:srgbClr val="A6A6A6"/>
            </a:solidFill>
          </a:ln>
        </p:spPr>
        <p:txBody>
          <a:bodyPr rtlCol="0" anchor="ctr"/>
          <a:lstStyle/>
          <a:p>
            <a:pPr algn="ctr"/>
            <a:endParaRPr/>
          </a:p>
        </p:txBody>
      </p:sp>
      <p:sp>
        <p:nvSpPr>
          <p:cNvPr id="8" name="TextBox 7"/>
          <p:cNvSpPr txBox="1"/>
          <p:nvPr/>
        </p:nvSpPr>
        <p:spPr>
          <a:xfrm>
            <a:off x="640080" y="1390287"/>
            <a:ext cx="7863840" cy="547842"/>
          </a:xfrm>
          <a:prstGeom prst="rect">
            <a:avLst/>
          </a:prstGeom>
          <a:noFill/>
        </p:spPr>
        <p:txBody>
          <a:bodyPr wrap="square" lIns="45720" tIns="27432" rIns="45720" bIns="27432" anchor="ctr">
            <a:spAutoFit/>
          </a:bodyPr>
          <a:lstStyle/>
          <a:p>
            <a:pPr marL="0" indent="0">
              <a:spcBef>
                <a:spcPts val="0"/>
              </a:spcBef>
              <a:spcAft>
                <a:spcPts val="0"/>
              </a:spcAft>
              <a:buNone/>
            </a:pPr>
            <a:r>
              <a:rPr sz="1600" b="0" i="1" dirty="0">
                <a:solidFill>
                  <a:srgbClr val="262626"/>
                </a:solidFill>
                <a:latin typeface="Times New Roman"/>
              </a:rPr>
              <a:t>“</a:t>
            </a:r>
            <a:r>
              <a:rPr sz="1600" b="0" dirty="0">
                <a:solidFill>
                  <a:srgbClr val="262626"/>
                </a:solidFill>
                <a:latin typeface="Times New Roman"/>
              </a:rPr>
              <a:t>My kitchen tap is leaking badly and water is spreading on the floor. I need someone within an hour. Budget around 800 rupees.”</a:t>
            </a:r>
          </a:p>
        </p:txBody>
      </p:sp>
      <p:graphicFrame>
        <p:nvGraphicFramePr>
          <p:cNvPr id="9" name="Working table"/>
          <p:cNvGraphicFramePr>
            <a:graphicFrameLocks noGrp="1"/>
          </p:cNvGraphicFramePr>
          <p:nvPr/>
        </p:nvGraphicFramePr>
        <p:xfrm>
          <a:off x="502920" y="2240280"/>
          <a:ext cx="8138160" cy="3547872"/>
        </p:xfrm>
        <a:graphic>
          <a:graphicData uri="http://schemas.openxmlformats.org/drawingml/2006/table">
            <a:tbl>
              <a:tblPr firstRow="1"/>
              <a:tblGrid>
                <a:gridCol w="1463040">
                  <a:extLst>
                    <a:ext uri="{9D8B030D-6E8A-4147-A177-3AD203B41FA5}">
                      <a16:colId xmlns:a16="http://schemas.microsoft.com/office/drawing/2014/main" val="20000"/>
                    </a:ext>
                  </a:extLst>
                </a:gridCol>
                <a:gridCol w="6675120">
                  <a:extLst>
                    <a:ext uri="{9D8B030D-6E8A-4147-A177-3AD203B41FA5}">
                      <a16:colId xmlns:a16="http://schemas.microsoft.com/office/drawing/2014/main" val="20001"/>
                    </a:ext>
                  </a:extLst>
                </a:gridCol>
              </a:tblGrid>
              <a:tr h="365760">
                <a:tc>
                  <a:txBody>
                    <a:bodyPr/>
                    <a:lstStyle/>
                    <a:p>
                      <a:pPr marL="0" indent="0" algn="l">
                        <a:spcBef>
                          <a:spcPts val="0"/>
                        </a:spcBef>
                        <a:spcAft>
                          <a:spcPts val="0"/>
                        </a:spcAft>
                        <a:buNone/>
                      </a:pPr>
                      <a:r>
                        <a:rPr sz="1500" b="1" i="0">
                          <a:solidFill>
                            <a:srgbClr val="FFFFFF"/>
                          </a:solidFill>
                          <a:latin typeface="Times New Roman"/>
                        </a:rPr>
                        <a:t>Step</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D34817"/>
                    </a:solidFill>
                  </a:tcPr>
                </a:tc>
                <a:tc>
                  <a:txBody>
                    <a:bodyPr/>
                    <a:lstStyle/>
                    <a:p>
                      <a:pPr marL="0" indent="0" algn="l">
                        <a:spcBef>
                          <a:spcPts val="0"/>
                        </a:spcBef>
                        <a:spcAft>
                          <a:spcPts val="0"/>
                        </a:spcAft>
                        <a:buNone/>
                      </a:pPr>
                      <a:r>
                        <a:rPr sz="1500" b="1" i="0">
                          <a:solidFill>
                            <a:srgbClr val="FFFFFF"/>
                          </a:solidFill>
                          <a:latin typeface="Times New Roman"/>
                        </a:rPr>
                        <a:t>What the system does</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D34817"/>
                    </a:solidFill>
                  </a:tcPr>
                </a:tc>
                <a:extLst>
                  <a:ext uri="{0D108BD9-81ED-4DB2-BD59-A6C34878D82A}">
                    <a16:rowId xmlns:a16="http://schemas.microsoft.com/office/drawing/2014/main" val="10000"/>
                  </a:ext>
                </a:extLst>
              </a:tr>
              <a:tr h="530352">
                <a:tc>
                  <a:txBody>
                    <a:bodyPr/>
                    <a:lstStyle/>
                    <a:p>
                      <a:pPr marL="0" indent="0" algn="l">
                        <a:spcBef>
                          <a:spcPts val="0"/>
                        </a:spcBef>
                        <a:spcAft>
                          <a:spcPts val="0"/>
                        </a:spcAft>
                        <a:buNone/>
                      </a:pPr>
                      <a:r>
                        <a:rPr sz="1500" b="1" i="0">
                          <a:solidFill>
                            <a:srgbClr val="262626"/>
                          </a:solidFill>
                          <a:latin typeface="Times New Roman"/>
                        </a:rPr>
                        <a:t>1  Request</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FFFFFF"/>
                    </a:solidFill>
                  </a:tcPr>
                </a:tc>
                <a:tc>
                  <a:txBody>
                    <a:bodyPr/>
                    <a:lstStyle/>
                    <a:p>
                      <a:pPr marL="0" indent="0" algn="l">
                        <a:spcBef>
                          <a:spcPts val="0"/>
                        </a:spcBef>
                        <a:spcAft>
                          <a:spcPts val="0"/>
                        </a:spcAft>
                        <a:buNone/>
                      </a:pPr>
                      <a:r>
                        <a:rPr sz="1500" b="0" i="0">
                          <a:solidFill>
                            <a:srgbClr val="262626"/>
                          </a:solidFill>
                          <a:latin typeface="Times New Roman"/>
                        </a:rPr>
                        <a:t>Takes the problem text, GPS location, urgency and budget</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FFFFFF"/>
                    </a:solidFill>
                  </a:tcPr>
                </a:tc>
                <a:extLst>
                  <a:ext uri="{0D108BD9-81ED-4DB2-BD59-A6C34878D82A}">
                    <a16:rowId xmlns:a16="http://schemas.microsoft.com/office/drawing/2014/main" val="10001"/>
                  </a:ext>
                </a:extLst>
              </a:tr>
              <a:tr h="530352">
                <a:tc>
                  <a:txBody>
                    <a:bodyPr/>
                    <a:lstStyle/>
                    <a:p>
                      <a:pPr marL="0" indent="0" algn="l">
                        <a:spcBef>
                          <a:spcPts val="0"/>
                        </a:spcBef>
                        <a:spcAft>
                          <a:spcPts val="0"/>
                        </a:spcAft>
                        <a:buNone/>
                      </a:pPr>
                      <a:r>
                        <a:rPr sz="1500" b="1" i="0">
                          <a:solidFill>
                            <a:srgbClr val="262626"/>
                          </a:solidFill>
                          <a:latin typeface="Times New Roman"/>
                        </a:rPr>
                        <a:t>2  Understand</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FFFFFF"/>
                    </a:solidFill>
                  </a:tcPr>
                </a:tc>
                <a:tc>
                  <a:txBody>
                    <a:bodyPr/>
                    <a:lstStyle/>
                    <a:p>
                      <a:pPr marL="0" indent="0" algn="l">
                        <a:spcBef>
                          <a:spcPts val="0"/>
                        </a:spcBef>
                        <a:spcAft>
                          <a:spcPts val="0"/>
                        </a:spcAft>
                        <a:buNone/>
                      </a:pPr>
                      <a:r>
                        <a:rPr sz="1500" b="0" i="0">
                          <a:solidFill>
                            <a:srgbClr val="262626"/>
                          </a:solidFill>
                          <a:latin typeface="Times New Roman"/>
                        </a:rPr>
                        <a:t>“tap” and “leaking” give service = plumber; time limit 60 min; urgency high; budget Rs 800</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FFFFFF"/>
                    </a:solidFill>
                  </a:tcPr>
                </a:tc>
                <a:extLst>
                  <a:ext uri="{0D108BD9-81ED-4DB2-BD59-A6C34878D82A}">
                    <a16:rowId xmlns:a16="http://schemas.microsoft.com/office/drawing/2014/main" val="10002"/>
                  </a:ext>
                </a:extLst>
              </a:tr>
              <a:tr h="530352">
                <a:tc>
                  <a:txBody>
                    <a:bodyPr/>
                    <a:lstStyle/>
                    <a:p>
                      <a:pPr marL="0" indent="0" algn="l">
                        <a:spcBef>
                          <a:spcPts val="0"/>
                        </a:spcBef>
                        <a:spcAft>
                          <a:spcPts val="0"/>
                        </a:spcAft>
                        <a:buNone/>
                      </a:pPr>
                      <a:r>
                        <a:rPr sz="1500" b="1" i="0">
                          <a:solidFill>
                            <a:srgbClr val="262626"/>
                          </a:solidFill>
                          <a:latin typeface="Times New Roman"/>
                        </a:rPr>
                        <a:t>3  Search</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FFFFFF"/>
                    </a:solidFill>
                  </a:tcPr>
                </a:tc>
                <a:tc>
                  <a:txBody>
                    <a:bodyPr/>
                    <a:lstStyle/>
                    <a:p>
                      <a:pPr marL="0" indent="0" algn="l">
                        <a:spcBef>
                          <a:spcPts val="0"/>
                        </a:spcBef>
                        <a:spcAft>
                          <a:spcPts val="0"/>
                        </a:spcAft>
                        <a:buNone/>
                      </a:pPr>
                      <a:r>
                        <a:rPr sz="1500" b="0" i="0">
                          <a:solidFill>
                            <a:srgbClr val="262626"/>
                          </a:solidFill>
                          <a:latin typeface="Times New Roman"/>
                        </a:rPr>
                        <a:t>Plumbers within 10 km who are free: Workers A, B and C</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FFFFFF"/>
                    </a:solidFill>
                  </a:tcPr>
                </a:tc>
                <a:extLst>
                  <a:ext uri="{0D108BD9-81ED-4DB2-BD59-A6C34878D82A}">
                    <a16:rowId xmlns:a16="http://schemas.microsoft.com/office/drawing/2014/main" val="10003"/>
                  </a:ext>
                </a:extLst>
              </a:tr>
              <a:tr h="530352">
                <a:tc>
                  <a:txBody>
                    <a:bodyPr/>
                    <a:lstStyle/>
                    <a:p>
                      <a:pPr marL="0" indent="0" algn="l">
                        <a:spcBef>
                          <a:spcPts val="0"/>
                        </a:spcBef>
                        <a:spcAft>
                          <a:spcPts val="0"/>
                        </a:spcAft>
                        <a:buNone/>
                      </a:pPr>
                      <a:r>
                        <a:rPr sz="1500" b="1" i="0">
                          <a:solidFill>
                            <a:srgbClr val="262626"/>
                          </a:solidFill>
                          <a:latin typeface="Times New Roman"/>
                        </a:rPr>
                        <a:t>4  Rank</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FFFFFF"/>
                    </a:solidFill>
                  </a:tcPr>
                </a:tc>
                <a:tc>
                  <a:txBody>
                    <a:bodyPr/>
                    <a:lstStyle/>
                    <a:p>
                      <a:pPr marL="0" indent="0" algn="l">
                        <a:spcBef>
                          <a:spcPts val="0"/>
                        </a:spcBef>
                        <a:spcAft>
                          <a:spcPts val="0"/>
                        </a:spcAft>
                        <a:buNone/>
                      </a:pPr>
                      <a:r>
                        <a:rPr sz="1500" b="0" i="0">
                          <a:solidFill>
                            <a:srgbClr val="262626"/>
                          </a:solidFill>
                          <a:latin typeface="Times New Roman"/>
                        </a:rPr>
                        <a:t>Five values between 0 and 1, with bandit-based quality, are combined into one score</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FFFFFF"/>
                    </a:solidFill>
                  </a:tcPr>
                </a:tc>
                <a:extLst>
                  <a:ext uri="{0D108BD9-81ED-4DB2-BD59-A6C34878D82A}">
                    <a16:rowId xmlns:a16="http://schemas.microsoft.com/office/drawing/2014/main" val="10004"/>
                  </a:ext>
                </a:extLst>
              </a:tr>
              <a:tr h="530352">
                <a:tc>
                  <a:txBody>
                    <a:bodyPr/>
                    <a:lstStyle/>
                    <a:p>
                      <a:pPr marL="0" indent="0" algn="l">
                        <a:spcBef>
                          <a:spcPts val="0"/>
                        </a:spcBef>
                        <a:spcAft>
                          <a:spcPts val="0"/>
                        </a:spcAft>
                        <a:buNone/>
                      </a:pPr>
                      <a:r>
                        <a:rPr sz="1500" b="1" i="0">
                          <a:solidFill>
                            <a:srgbClr val="262626"/>
                          </a:solidFill>
                          <a:latin typeface="Times New Roman"/>
                        </a:rPr>
                        <a:t>5  Recommend</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FFFFFF"/>
                    </a:solidFill>
                  </a:tcPr>
                </a:tc>
                <a:tc>
                  <a:txBody>
                    <a:bodyPr/>
                    <a:lstStyle/>
                    <a:p>
                      <a:pPr marL="0" indent="0" algn="l">
                        <a:spcBef>
                          <a:spcPts val="0"/>
                        </a:spcBef>
                        <a:spcAft>
                          <a:spcPts val="0"/>
                        </a:spcAft>
                        <a:buNone/>
                      </a:pPr>
                      <a:r>
                        <a:rPr sz="1500" b="0" i="0">
                          <a:solidFill>
                            <a:srgbClr val="262626"/>
                          </a:solidFill>
                          <a:latin typeface="Times New Roman"/>
                        </a:rPr>
                        <a:t>A (0.850) is recommended; B (0.837) and C (0.700) are alternatives; booking goes to A</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FFFFFF"/>
                    </a:solidFill>
                  </a:tcPr>
                </a:tc>
                <a:extLst>
                  <a:ext uri="{0D108BD9-81ED-4DB2-BD59-A6C34878D82A}">
                    <a16:rowId xmlns:a16="http://schemas.microsoft.com/office/drawing/2014/main" val="10005"/>
                  </a:ext>
                </a:extLst>
              </a:tr>
              <a:tr h="530352">
                <a:tc>
                  <a:txBody>
                    <a:bodyPr/>
                    <a:lstStyle/>
                    <a:p>
                      <a:pPr marL="0" indent="0" algn="l">
                        <a:spcBef>
                          <a:spcPts val="0"/>
                        </a:spcBef>
                        <a:spcAft>
                          <a:spcPts val="0"/>
                        </a:spcAft>
                        <a:buNone/>
                      </a:pPr>
                      <a:r>
                        <a:rPr sz="1500" b="1" i="0">
                          <a:solidFill>
                            <a:srgbClr val="262626"/>
                          </a:solidFill>
                          <a:latin typeface="Times New Roman"/>
                        </a:rPr>
                        <a:t>6  Feedback</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FFFFFF"/>
                    </a:solidFill>
                  </a:tcPr>
                </a:tc>
                <a:tc>
                  <a:txBody>
                    <a:bodyPr/>
                    <a:lstStyle/>
                    <a:p>
                      <a:pPr marL="0" indent="0" algn="l">
                        <a:spcBef>
                          <a:spcPts val="0"/>
                        </a:spcBef>
                        <a:spcAft>
                          <a:spcPts val="0"/>
                        </a:spcAft>
                        <a:buNone/>
                      </a:pPr>
                      <a:r>
                        <a:rPr sz="1500" b="0" i="0">
                          <a:solidFill>
                            <a:srgbClr val="262626"/>
                          </a:solidFill>
                          <a:latin typeface="Times New Roman"/>
                        </a:rPr>
                        <a:t>Rating, time and cost are stored; number of jobs and average rating are updated</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622;p31"/>
          <p:cNvSpPr txBox="1">
            <a:spLocks noGrp="1"/>
          </p:cNvSpPr>
          <p:nvPr>
            <p:ph type="title"/>
          </p:nvPr>
        </p:nvSpPr>
        <p:spPr>
          <a:xfrm>
            <a:off x="502920" y="274320"/>
            <a:ext cx="8138160" cy="804672"/>
          </a:xfrm>
          <a:prstGeom prst="rect">
            <a:avLst/>
          </a:prstGeom>
          <a:noFill/>
          <a:ln>
            <a:noFill/>
          </a:ln>
        </p:spPr>
        <p:txBody>
          <a:bodyPr spcFirstLastPara="1" wrap="square" lIns="91425" tIns="45700" rIns="91425" bIns="91425" anchor="b" anchorCtr="0">
            <a:noAutofit/>
          </a:bodyPr>
          <a:lstStyle/>
          <a:p>
            <a:pPr marL="0" lvl="0" indent="0" algn="l" rtl="0">
              <a:lnSpc>
                <a:spcPct val="100000"/>
              </a:lnSpc>
              <a:spcBef>
                <a:spcPts val="0"/>
              </a:spcBef>
              <a:spcAft>
                <a:spcPts val="0"/>
              </a:spcAft>
              <a:buSzPts val="1400"/>
              <a:buNone/>
            </a:pPr>
            <a:r>
              <a:rPr lang="en-US" sz="2400" b="1"/>
              <a:t>Algorithms Used</a:t>
            </a:r>
            <a:endParaRPr/>
          </a:p>
        </p:txBody>
      </p:sp>
      <p:sp>
        <p:nvSpPr>
          <p:cNvPr id="5" name="Google Shape;624;p31"/>
          <p:cNvSpPr/>
          <p:nvPr/>
        </p:nvSpPr>
        <p:spPr>
          <a:xfrm>
            <a:off x="7845552" y="6096000"/>
            <a:ext cx="841248" cy="457200"/>
          </a:xfrm>
          <a:prstGeom prst="ellipse">
            <a:avLst/>
          </a:prstGeom>
          <a:solidFill>
            <a:schemeClr val="accent1"/>
          </a:solidFill>
          <a:ln>
            <a:noFill/>
          </a:ln>
        </p:spPr>
        <p:txBody>
          <a:bodyPr spcFirstLastPara="1" wrap="square" lIns="0" tIns="0" rIns="0" bIns="0" anchor="ctr" anchorCtr="1">
            <a:noAutofit/>
          </a:bodyPr>
          <a:lstStyle/>
          <a:p>
            <a:pPr marL="0" marR="0" lvl="0" indent="0" algn="ctr" rtl="0">
              <a:lnSpc>
                <a:spcPct val="100000"/>
              </a:lnSpc>
              <a:spcBef>
                <a:spcPts val="0"/>
              </a:spcBef>
              <a:spcAft>
                <a:spcPts val="0"/>
              </a:spcAft>
              <a:buClr>
                <a:srgbClr val="FFFFFF"/>
              </a:buClr>
              <a:buSzPts val="1400"/>
              <a:buFont typeface="Libre Franklin"/>
              <a:buNone/>
            </a:pPr>
            <a:fld id="{00000000-1234-1234-1234-123412341234}" type="slidenum">
              <a:rPr lang="en-US" sz="1400" b="0" i="0" u="none" strike="noStrike" cap="none">
                <a:solidFill>
                  <a:srgbClr val="FFFFFF"/>
                </a:solidFill>
                <a:latin typeface="Libre Franklin"/>
                <a:ea typeface="Libre Franklin"/>
                <a:cs typeface="Libre Franklin"/>
                <a:sym typeface="Libre Franklin"/>
              </a:rPr>
              <a:t>11</a:t>
            </a:fld>
            <a:r>
              <a:rPr lang="en-US" sz="1400" b="0" i="0" u="none" strike="noStrike" cap="none">
                <a:solidFill>
                  <a:srgbClr val="FFFFFF"/>
                </a:solidFill>
                <a:latin typeface="Libre Franklin"/>
                <a:ea typeface="Libre Franklin"/>
                <a:cs typeface="Libre Franklin"/>
                <a:sym typeface="Libre Franklin"/>
              </a:rPr>
              <a:t>/17</a:t>
            </a:r>
            <a:endParaRPr sz="1400" b="0" i="0" u="none" strike="noStrike" cap="none">
              <a:solidFill>
                <a:srgbClr val="000000"/>
              </a:solidFill>
              <a:latin typeface="Arial"/>
              <a:ea typeface="Arial"/>
              <a:cs typeface="Arial"/>
              <a:sym typeface="Arial"/>
            </a:endParaRPr>
          </a:p>
        </p:txBody>
      </p:sp>
      <p:sp>
        <p:nvSpPr>
          <p:cNvPr id="6" name="Google Shape;625;p31"/>
          <p:cNvSpPr txBox="1"/>
          <p:nvPr/>
        </p:nvSpPr>
        <p:spPr>
          <a:xfrm>
            <a:off x="5181600" y="6324600"/>
            <a:ext cx="3962400" cy="457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2"/>
              </a:buClr>
              <a:buSzPts val="1400"/>
              <a:buFont typeface="Libre Baskerville"/>
              <a:buNone/>
            </a:pPr>
            <a:r>
              <a:rPr lang="en-US" sz="1400" b="0" i="0" u="none" strike="noStrike" cap="none" dirty="0">
                <a:solidFill>
                  <a:schemeClr val="dk2"/>
                </a:solidFill>
                <a:latin typeface="Times New Roman" panose="02020603050405020304" pitchFamily="18" charset="0"/>
                <a:ea typeface="Libre Baskerville"/>
                <a:cs typeface="Times New Roman" panose="02020603050405020304" pitchFamily="18" charset="0"/>
                <a:sym typeface="Libre Baskerville"/>
              </a:rPr>
              <a:t>AI-Powered Smart Worker Finder</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graphicFrame>
        <p:nvGraphicFramePr>
          <p:cNvPr id="7" name="Algorithm table"/>
          <p:cNvGraphicFramePr>
            <a:graphicFrameLocks noGrp="1"/>
          </p:cNvGraphicFramePr>
          <p:nvPr/>
        </p:nvGraphicFramePr>
        <p:xfrm>
          <a:off x="502920" y="1280160"/>
          <a:ext cx="8138160" cy="3749040"/>
        </p:xfrm>
        <a:graphic>
          <a:graphicData uri="http://schemas.openxmlformats.org/drawingml/2006/table">
            <a:tbl>
              <a:tblPr firstRow="1"/>
              <a:tblGrid>
                <a:gridCol w="265176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tblGrid>
              <a:tr h="365760">
                <a:tc>
                  <a:txBody>
                    <a:bodyPr/>
                    <a:lstStyle/>
                    <a:p>
                      <a:pPr marL="0" indent="0" algn="l">
                        <a:spcBef>
                          <a:spcPts val="0"/>
                        </a:spcBef>
                        <a:spcAft>
                          <a:spcPts val="0"/>
                        </a:spcAft>
                        <a:buNone/>
                      </a:pPr>
                      <a:r>
                        <a:rPr sz="1500" b="1" i="0">
                          <a:solidFill>
                            <a:srgbClr val="FFFFFF"/>
                          </a:solidFill>
                          <a:latin typeface="Times New Roman"/>
                        </a:rPr>
                        <a:t>Algorithm</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D34817"/>
                    </a:solidFill>
                  </a:tcPr>
                </a:tc>
                <a:tc>
                  <a:txBody>
                    <a:bodyPr/>
                    <a:lstStyle/>
                    <a:p>
                      <a:pPr marL="0" indent="0" algn="l">
                        <a:spcBef>
                          <a:spcPts val="0"/>
                        </a:spcBef>
                        <a:spcAft>
                          <a:spcPts val="0"/>
                        </a:spcAft>
                        <a:buNone/>
                      </a:pPr>
                      <a:r>
                        <a:rPr sz="1500" b="1" i="0">
                          <a:solidFill>
                            <a:srgbClr val="FFFFFF"/>
                          </a:solidFill>
                          <a:latin typeface="Times New Roman"/>
                        </a:rPr>
                        <a:t>What it does</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D34817"/>
                    </a:solidFill>
                  </a:tcPr>
                </a:tc>
                <a:extLst>
                  <a:ext uri="{0D108BD9-81ED-4DB2-BD59-A6C34878D82A}">
                    <a16:rowId xmlns:a16="http://schemas.microsoft.com/office/drawing/2014/main" val="10000"/>
                  </a:ext>
                </a:extLst>
              </a:tr>
              <a:tr h="676656">
                <a:tc>
                  <a:txBody>
                    <a:bodyPr/>
                    <a:lstStyle/>
                    <a:p>
                      <a:pPr marL="0" indent="0" algn="l">
                        <a:spcBef>
                          <a:spcPts val="0"/>
                        </a:spcBef>
                        <a:spcAft>
                          <a:spcPts val="0"/>
                        </a:spcAft>
                        <a:buNone/>
                      </a:pPr>
                      <a:r>
                        <a:rPr sz="1500" b="1" i="0">
                          <a:solidFill>
                            <a:srgbClr val="262626"/>
                          </a:solidFill>
                          <a:latin typeface="Times New Roman"/>
                        </a:rPr>
                        <a:t>1  Service classification</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FFFFFF"/>
                    </a:solidFill>
                  </a:tcPr>
                </a:tc>
                <a:tc>
                  <a:txBody>
                    <a:bodyPr/>
                    <a:lstStyle/>
                    <a:p>
                      <a:pPr marL="0" indent="0" algn="l">
                        <a:spcBef>
                          <a:spcPts val="0"/>
                        </a:spcBef>
                        <a:spcAft>
                          <a:spcPts val="0"/>
                        </a:spcAft>
                        <a:buNone/>
                      </a:pPr>
                      <a:r>
                        <a:rPr sz="1500" b="0" i="0">
                          <a:solidFill>
                            <a:srgbClr val="262626"/>
                          </a:solidFill>
                          <a:latin typeface="Times New Roman"/>
                        </a:rPr>
                        <a:t>Keyword rules, a text classifier or a GenAI prompt decides the service; also extracts urgency, time and budget</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FFFFFF"/>
                    </a:solidFill>
                  </a:tcPr>
                </a:tc>
                <a:extLst>
                  <a:ext uri="{0D108BD9-81ED-4DB2-BD59-A6C34878D82A}">
                    <a16:rowId xmlns:a16="http://schemas.microsoft.com/office/drawing/2014/main" val="10001"/>
                  </a:ext>
                </a:extLst>
              </a:tr>
              <a:tr h="676656">
                <a:tc>
                  <a:txBody>
                    <a:bodyPr/>
                    <a:lstStyle/>
                    <a:p>
                      <a:pPr marL="0" indent="0" algn="l">
                        <a:spcBef>
                          <a:spcPts val="0"/>
                        </a:spcBef>
                        <a:spcAft>
                          <a:spcPts val="0"/>
                        </a:spcAft>
                        <a:buNone/>
                      </a:pPr>
                      <a:r>
                        <a:rPr sz="1500" b="1" i="0">
                          <a:solidFill>
                            <a:srgbClr val="262626"/>
                          </a:solidFill>
                          <a:latin typeface="Times New Roman"/>
                        </a:rPr>
                        <a:t>2  Geospatial search (haversine)</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FFFFFF"/>
                    </a:solidFill>
                  </a:tcPr>
                </a:tc>
                <a:tc>
                  <a:txBody>
                    <a:bodyPr/>
                    <a:lstStyle/>
                    <a:p>
                      <a:pPr marL="0" indent="0" algn="l">
                        <a:spcBef>
                          <a:spcPts val="0"/>
                        </a:spcBef>
                        <a:spcAft>
                          <a:spcPts val="0"/>
                        </a:spcAft>
                        <a:buNone/>
                      </a:pPr>
                      <a:r>
                        <a:rPr sz="1500" b="0" i="0">
                          <a:solidFill>
                            <a:srgbClr val="262626"/>
                          </a:solidFill>
                          <a:latin typeface="Times New Roman"/>
                        </a:rPr>
                        <a:t>Distance from latitude and longitude [7]; keeps only workers within the search radius</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FFFFFF"/>
                    </a:solidFill>
                  </a:tcPr>
                </a:tc>
                <a:extLst>
                  <a:ext uri="{0D108BD9-81ED-4DB2-BD59-A6C34878D82A}">
                    <a16:rowId xmlns:a16="http://schemas.microsoft.com/office/drawing/2014/main" val="10002"/>
                  </a:ext>
                </a:extLst>
              </a:tr>
              <a:tr h="676656">
                <a:tc>
                  <a:txBody>
                    <a:bodyPr/>
                    <a:lstStyle/>
                    <a:p>
                      <a:pPr marL="0" indent="0" algn="l">
                        <a:spcBef>
                          <a:spcPts val="0"/>
                        </a:spcBef>
                        <a:spcAft>
                          <a:spcPts val="0"/>
                        </a:spcAft>
                        <a:buNone/>
                      </a:pPr>
                      <a:r>
                        <a:rPr sz="1500" b="1" i="0">
                          <a:solidFill>
                            <a:srgbClr val="262626"/>
                          </a:solidFill>
                          <a:latin typeface="Times New Roman"/>
                        </a:rPr>
                        <a:t>3  Weighted multi-criteria score</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FFFFFF"/>
                    </a:solidFill>
                  </a:tcPr>
                </a:tc>
                <a:tc>
                  <a:txBody>
                    <a:bodyPr/>
                    <a:lstStyle/>
                    <a:p>
                      <a:pPr marL="0" indent="0" algn="l">
                        <a:spcBef>
                          <a:spcPts val="0"/>
                        </a:spcBef>
                        <a:spcAft>
                          <a:spcPts val="0"/>
                        </a:spcAft>
                        <a:buNone/>
                      </a:pPr>
                      <a:r>
                        <a:rPr sz="1500" b="0" i="0">
                          <a:solidFill>
                            <a:srgbClr val="262626"/>
                          </a:solidFill>
                          <a:latin typeface="Times New Roman"/>
                        </a:rPr>
                        <a:t>Five values between 0 and 1 are multiplied by weights and added; weight of response time can be raised for urgent jobs</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FFFFFF"/>
                    </a:solidFill>
                  </a:tcPr>
                </a:tc>
                <a:extLst>
                  <a:ext uri="{0D108BD9-81ED-4DB2-BD59-A6C34878D82A}">
                    <a16:rowId xmlns:a16="http://schemas.microsoft.com/office/drawing/2014/main" val="10003"/>
                  </a:ext>
                </a:extLst>
              </a:tr>
              <a:tr h="676656">
                <a:tc>
                  <a:txBody>
                    <a:bodyPr/>
                    <a:lstStyle/>
                    <a:p>
                      <a:pPr marL="0" indent="0" algn="l">
                        <a:spcBef>
                          <a:spcPts val="0"/>
                        </a:spcBef>
                        <a:spcAft>
                          <a:spcPts val="0"/>
                        </a:spcAft>
                        <a:buNone/>
                      </a:pPr>
                      <a:r>
                        <a:rPr sz="1500" b="1" i="0">
                          <a:solidFill>
                            <a:srgbClr val="262626"/>
                          </a:solidFill>
                          <a:latin typeface="Times New Roman"/>
                        </a:rPr>
                        <a:t>4  Multi-armed bandit (UCB style)</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FFFFFF"/>
                    </a:solidFill>
                  </a:tcPr>
                </a:tc>
                <a:tc>
                  <a:txBody>
                    <a:bodyPr/>
                    <a:lstStyle/>
                    <a:p>
                      <a:pPr marL="0" indent="0" algn="l">
                        <a:spcBef>
                          <a:spcPts val="0"/>
                        </a:spcBef>
                        <a:spcAft>
                          <a:spcPts val="0"/>
                        </a:spcAft>
                        <a:buNone/>
                      </a:pPr>
                      <a:r>
                        <a:rPr sz="1500" b="0" i="0">
                          <a:solidFill>
                            <a:srgbClr val="262626"/>
                          </a:solidFill>
                          <a:latin typeface="Times New Roman"/>
                        </a:rPr>
                        <a:t>Quality = average rating + exploration bonus [6]; balances exploration and exploitation; basic idea of CrowdBwO [1]</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FFFFFF"/>
                    </a:solidFill>
                  </a:tcPr>
                </a:tc>
                <a:extLst>
                  <a:ext uri="{0D108BD9-81ED-4DB2-BD59-A6C34878D82A}">
                    <a16:rowId xmlns:a16="http://schemas.microsoft.com/office/drawing/2014/main" val="10004"/>
                  </a:ext>
                </a:extLst>
              </a:tr>
              <a:tr h="676656">
                <a:tc>
                  <a:txBody>
                    <a:bodyPr/>
                    <a:lstStyle/>
                    <a:p>
                      <a:pPr marL="0" indent="0" algn="l">
                        <a:spcBef>
                          <a:spcPts val="0"/>
                        </a:spcBef>
                        <a:spcAft>
                          <a:spcPts val="0"/>
                        </a:spcAft>
                        <a:buNone/>
                      </a:pPr>
                      <a:r>
                        <a:rPr sz="1500" b="1" i="0">
                          <a:solidFill>
                            <a:srgbClr val="262626"/>
                          </a:solidFill>
                          <a:latin typeface="Times New Roman"/>
                        </a:rPr>
                        <a:t>5  Constrained selection</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FFFFFF"/>
                    </a:solidFill>
                  </a:tcPr>
                </a:tc>
                <a:tc>
                  <a:txBody>
                    <a:bodyPr/>
                    <a:lstStyle/>
                    <a:p>
                      <a:pPr marL="0" indent="0" algn="l">
                        <a:spcBef>
                          <a:spcPts val="0"/>
                        </a:spcBef>
                        <a:spcAft>
                          <a:spcPts val="0"/>
                        </a:spcAft>
                        <a:buNone/>
                      </a:pPr>
                      <a:r>
                        <a:rPr sz="1500" b="0" i="0">
                          <a:solidFill>
                            <a:srgbClr val="262626"/>
                          </a:solidFill>
                          <a:latin typeface="Times New Roman"/>
                        </a:rPr>
                        <a:t>For group jobs, adds workers in score order while the time and expense limits hold</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8" name="TextBox 7"/>
          <p:cNvSpPr txBox="1"/>
          <p:nvPr/>
        </p:nvSpPr>
        <p:spPr>
          <a:xfrm>
            <a:off x="502920" y="5257800"/>
            <a:ext cx="8138160" cy="822960"/>
          </a:xfrm>
          <a:prstGeom prst="rect">
            <a:avLst/>
          </a:prstGeom>
          <a:noFill/>
        </p:spPr>
        <p:txBody>
          <a:bodyPr wrap="square" lIns="45720" tIns="27432" rIns="45720" bIns="27432" anchor="t">
            <a:spAutoFit/>
          </a:bodyPr>
          <a:lstStyle/>
          <a:p>
            <a:pPr marL="0" indent="0">
              <a:spcBef>
                <a:spcPts val="0"/>
              </a:spcBef>
              <a:spcAft>
                <a:spcPts val="0"/>
              </a:spcAft>
              <a:buNone/>
            </a:pPr>
            <a:r>
              <a:rPr sz="1400" b="1" i="0">
                <a:solidFill>
                  <a:srgbClr val="262626"/>
                </a:solidFill>
                <a:latin typeface="Times New Roman"/>
              </a:rPr>
              <a:t>Procedure: </a:t>
            </a:r>
            <a:r>
              <a:rPr sz="1400" b="0" i="0">
                <a:solidFill>
                  <a:srgbClr val="262626"/>
                </a:solidFill>
                <a:latin typeface="Times New Roman"/>
              </a:rPr>
              <a:t>read request → find service and limits → search skilled, free workers → compute criteria and bandit quality → weighted score → remove limit violators → recommend best with alternatives → update after the job.</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622;p31"/>
          <p:cNvSpPr txBox="1">
            <a:spLocks noGrp="1"/>
          </p:cNvSpPr>
          <p:nvPr>
            <p:ph type="title"/>
          </p:nvPr>
        </p:nvSpPr>
        <p:spPr>
          <a:xfrm>
            <a:off x="502920" y="274320"/>
            <a:ext cx="8138160" cy="804672"/>
          </a:xfrm>
          <a:prstGeom prst="rect">
            <a:avLst/>
          </a:prstGeom>
          <a:noFill/>
          <a:ln>
            <a:noFill/>
          </a:ln>
        </p:spPr>
        <p:txBody>
          <a:bodyPr spcFirstLastPara="1" wrap="square" lIns="91425" tIns="45700" rIns="91425" bIns="91425" anchor="b" anchorCtr="0">
            <a:noAutofit/>
          </a:bodyPr>
          <a:lstStyle/>
          <a:p>
            <a:pPr marL="0" lvl="0" indent="0" algn="l" rtl="0">
              <a:lnSpc>
                <a:spcPct val="100000"/>
              </a:lnSpc>
              <a:spcBef>
                <a:spcPts val="0"/>
              </a:spcBef>
              <a:spcAft>
                <a:spcPts val="0"/>
              </a:spcAft>
              <a:buSzPts val="1400"/>
              <a:buNone/>
            </a:pPr>
            <a:r>
              <a:rPr lang="en-US" sz="2400" b="1"/>
              <a:t>Mathematical Model: Finding Candidates</a:t>
            </a:r>
            <a:endParaRPr/>
          </a:p>
        </p:txBody>
      </p:sp>
      <p:sp>
        <p:nvSpPr>
          <p:cNvPr id="5" name="Google Shape;624;p31"/>
          <p:cNvSpPr/>
          <p:nvPr/>
        </p:nvSpPr>
        <p:spPr>
          <a:xfrm>
            <a:off x="7845552" y="6096000"/>
            <a:ext cx="841248" cy="457200"/>
          </a:xfrm>
          <a:prstGeom prst="ellipse">
            <a:avLst/>
          </a:prstGeom>
          <a:solidFill>
            <a:schemeClr val="accent1"/>
          </a:solidFill>
          <a:ln>
            <a:noFill/>
          </a:ln>
        </p:spPr>
        <p:txBody>
          <a:bodyPr spcFirstLastPara="1" wrap="square" lIns="0" tIns="0" rIns="0" bIns="0" anchor="ctr" anchorCtr="1">
            <a:noAutofit/>
          </a:bodyPr>
          <a:lstStyle/>
          <a:p>
            <a:pPr marL="0" marR="0" lvl="0" indent="0" algn="ctr" rtl="0">
              <a:lnSpc>
                <a:spcPct val="100000"/>
              </a:lnSpc>
              <a:spcBef>
                <a:spcPts val="0"/>
              </a:spcBef>
              <a:spcAft>
                <a:spcPts val="0"/>
              </a:spcAft>
              <a:buClr>
                <a:srgbClr val="FFFFFF"/>
              </a:buClr>
              <a:buSzPts val="1400"/>
              <a:buFont typeface="Libre Franklin"/>
              <a:buNone/>
            </a:pPr>
            <a:fld id="{00000000-1234-1234-1234-123412341234}" type="slidenum">
              <a:rPr lang="en-US" sz="1400" b="0" i="0" u="none" strike="noStrike" cap="none">
                <a:solidFill>
                  <a:srgbClr val="FFFFFF"/>
                </a:solidFill>
                <a:latin typeface="Libre Franklin"/>
                <a:ea typeface="Libre Franklin"/>
                <a:cs typeface="Libre Franklin"/>
                <a:sym typeface="Libre Franklin"/>
              </a:rPr>
              <a:t>12</a:t>
            </a:fld>
            <a:r>
              <a:rPr lang="en-US" sz="1400" b="0" i="0" u="none" strike="noStrike" cap="none">
                <a:solidFill>
                  <a:srgbClr val="FFFFFF"/>
                </a:solidFill>
                <a:latin typeface="Libre Franklin"/>
                <a:ea typeface="Libre Franklin"/>
                <a:cs typeface="Libre Franklin"/>
                <a:sym typeface="Libre Franklin"/>
              </a:rPr>
              <a:t>/17</a:t>
            </a:r>
            <a:endParaRPr sz="1400" b="0" i="0" u="none" strike="noStrike" cap="none">
              <a:solidFill>
                <a:srgbClr val="000000"/>
              </a:solidFill>
              <a:latin typeface="Arial"/>
              <a:ea typeface="Arial"/>
              <a:cs typeface="Arial"/>
              <a:sym typeface="Arial"/>
            </a:endParaRPr>
          </a:p>
        </p:txBody>
      </p:sp>
      <p:sp>
        <p:nvSpPr>
          <p:cNvPr id="6" name="Google Shape;625;p31"/>
          <p:cNvSpPr txBox="1"/>
          <p:nvPr/>
        </p:nvSpPr>
        <p:spPr>
          <a:xfrm>
            <a:off x="5318760" y="6324600"/>
            <a:ext cx="3962400" cy="457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2"/>
              </a:buClr>
              <a:buSzPts val="1400"/>
              <a:buFont typeface="Libre Baskerville"/>
              <a:buNone/>
            </a:pPr>
            <a:r>
              <a:rPr lang="en-US" sz="1400" b="0" i="0" u="none" strike="noStrike" cap="none" dirty="0">
                <a:solidFill>
                  <a:schemeClr val="dk2"/>
                </a:solidFill>
                <a:latin typeface="Times New Roman" panose="02020603050405020304" pitchFamily="18" charset="0"/>
                <a:ea typeface="Libre Baskerville"/>
                <a:cs typeface="Times New Roman" panose="02020603050405020304" pitchFamily="18" charset="0"/>
                <a:sym typeface="Libre Baskerville"/>
              </a:rPr>
              <a:t>AI-Powered Smart Worker Finder</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graphicFrame>
        <p:nvGraphicFramePr>
          <p:cNvPr id="7" name="Model table 1"/>
          <p:cNvGraphicFramePr>
            <a:graphicFrameLocks noGrp="1"/>
          </p:cNvGraphicFramePr>
          <p:nvPr/>
        </p:nvGraphicFramePr>
        <p:xfrm>
          <a:off x="502920" y="1280160"/>
          <a:ext cx="8138160" cy="4251960"/>
        </p:xfrm>
        <a:graphic>
          <a:graphicData uri="http://schemas.openxmlformats.org/drawingml/2006/table">
            <a:tbl>
              <a:tblPr firstRow="1"/>
              <a:tblGrid>
                <a:gridCol w="411480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tblGrid>
              <a:tr h="365760">
                <a:tc>
                  <a:txBody>
                    <a:bodyPr/>
                    <a:lstStyle/>
                    <a:p>
                      <a:pPr marL="0" indent="0" algn="l">
                        <a:spcBef>
                          <a:spcPts val="0"/>
                        </a:spcBef>
                        <a:spcAft>
                          <a:spcPts val="0"/>
                        </a:spcAft>
                        <a:buNone/>
                      </a:pPr>
                      <a:r>
                        <a:rPr sz="1500" b="1" i="0">
                          <a:solidFill>
                            <a:srgbClr val="FFFFFF"/>
                          </a:solidFill>
                          <a:latin typeface="Times New Roman"/>
                        </a:rPr>
                        <a:t>Formula</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D34817"/>
                    </a:solidFill>
                  </a:tcPr>
                </a:tc>
                <a:tc>
                  <a:txBody>
                    <a:bodyPr/>
                    <a:lstStyle/>
                    <a:p>
                      <a:pPr marL="0" indent="0" algn="l">
                        <a:spcBef>
                          <a:spcPts val="0"/>
                        </a:spcBef>
                        <a:spcAft>
                          <a:spcPts val="0"/>
                        </a:spcAft>
                        <a:buNone/>
                      </a:pPr>
                      <a:r>
                        <a:rPr sz="1500" b="1" i="0">
                          <a:solidFill>
                            <a:srgbClr val="FFFFFF"/>
                          </a:solidFill>
                          <a:latin typeface="Times New Roman"/>
                        </a:rPr>
                        <a:t>In simple words</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D34817"/>
                    </a:solidFill>
                  </a:tcPr>
                </a:tc>
                <a:extLst>
                  <a:ext uri="{0D108BD9-81ED-4DB2-BD59-A6C34878D82A}">
                    <a16:rowId xmlns:a16="http://schemas.microsoft.com/office/drawing/2014/main" val="10000"/>
                  </a:ext>
                </a:extLst>
              </a:tr>
              <a:tr h="777240">
                <a:tc>
                  <a:txBody>
                    <a:bodyPr/>
                    <a:lstStyle/>
                    <a:p>
                      <a:pPr marL="0" indent="0" algn="l">
                        <a:spcBef>
                          <a:spcPts val="0"/>
                        </a:spcBef>
                        <a:spcAft>
                          <a:spcPts val="0"/>
                        </a:spcAft>
                        <a:buNone/>
                      </a:pPr>
                      <a:r>
                        <a:rPr sz="1500" b="0" i="0">
                          <a:solidFill>
                            <a:srgbClr val="262626"/>
                          </a:solidFill>
                          <a:latin typeface="Cambria"/>
                        </a:rPr>
                        <a:t>System = (C, Q, W, F, R, O)</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FFFFFF"/>
                    </a:solidFill>
                  </a:tcPr>
                </a:tc>
                <a:tc>
                  <a:txBody>
                    <a:bodyPr/>
                    <a:lstStyle/>
                    <a:p>
                      <a:pPr marL="0" indent="0" algn="l">
                        <a:spcBef>
                          <a:spcPts val="0"/>
                        </a:spcBef>
                        <a:spcAft>
                          <a:spcPts val="0"/>
                        </a:spcAft>
                        <a:buNone/>
                      </a:pPr>
                      <a:r>
                        <a:rPr sz="1500" b="0" i="0">
                          <a:solidFill>
                            <a:srgbClr val="262626"/>
                          </a:solidFill>
                          <a:latin typeface="Times New Roman"/>
                        </a:rPr>
                        <a:t>Customers, requests, workers, features, ranking function and output (the recommended worker)</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FFFFFF"/>
                    </a:solidFill>
                  </a:tcPr>
                </a:tc>
                <a:extLst>
                  <a:ext uri="{0D108BD9-81ED-4DB2-BD59-A6C34878D82A}">
                    <a16:rowId xmlns:a16="http://schemas.microsoft.com/office/drawing/2014/main" val="10001"/>
                  </a:ext>
                </a:extLst>
              </a:tr>
              <a:tr h="777240">
                <a:tc>
                  <a:txBody>
                    <a:bodyPr/>
                    <a:lstStyle/>
                    <a:p>
                      <a:pPr marL="0" indent="0" algn="l">
                        <a:spcBef>
                          <a:spcPts val="0"/>
                        </a:spcBef>
                        <a:spcAft>
                          <a:spcPts val="0"/>
                        </a:spcAft>
                        <a:buNone/>
                      </a:pPr>
                      <a:r>
                        <a:rPr sz="1500" b="0" i="0">
                          <a:solidFill>
                            <a:srgbClr val="262626"/>
                          </a:solidFill>
                          <a:latin typeface="Cambria"/>
                        </a:rPr>
                        <a:t>s* = argmax P(s | q),  s ∈ T</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FFFFFF"/>
                    </a:solidFill>
                  </a:tcPr>
                </a:tc>
                <a:tc>
                  <a:txBody>
                    <a:bodyPr/>
                    <a:lstStyle/>
                    <a:p>
                      <a:pPr marL="0" indent="0" algn="l">
                        <a:spcBef>
                          <a:spcPts val="0"/>
                        </a:spcBef>
                        <a:spcAft>
                          <a:spcPts val="0"/>
                        </a:spcAft>
                        <a:buNone/>
                      </a:pPr>
                      <a:r>
                        <a:rPr sz="1500" b="0" i="0">
                          <a:solidFill>
                            <a:srgbClr val="262626"/>
                          </a:solidFill>
                          <a:latin typeface="Times New Roman"/>
                        </a:rPr>
                        <a:t>Choose the service s most likely for the customer’s request q</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FFFFFF"/>
                    </a:solidFill>
                  </a:tcPr>
                </a:tc>
                <a:extLst>
                  <a:ext uri="{0D108BD9-81ED-4DB2-BD59-A6C34878D82A}">
                    <a16:rowId xmlns:a16="http://schemas.microsoft.com/office/drawing/2014/main" val="10002"/>
                  </a:ext>
                </a:extLst>
              </a:tr>
              <a:tr h="777240">
                <a:tc>
                  <a:txBody>
                    <a:bodyPr/>
                    <a:lstStyle/>
                    <a:p>
                      <a:pPr marL="0" indent="0" algn="l">
                        <a:spcBef>
                          <a:spcPts val="0"/>
                        </a:spcBef>
                        <a:spcAft>
                          <a:spcPts val="0"/>
                        </a:spcAft>
                        <a:buNone/>
                      </a:pPr>
                      <a:r>
                        <a:rPr sz="1500" b="0" i="0">
                          <a:solidFill>
                            <a:srgbClr val="262626"/>
                          </a:solidFill>
                          <a:latin typeface="Cambria"/>
                        </a:rPr>
                        <a:t>d(i) = 2R · arcsin √( sin²(Δφ/2) + cosφ₁ cosφ₂ sin²(Δλ/2) )</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FFFFFF"/>
                    </a:solidFill>
                  </a:tcPr>
                </a:tc>
                <a:tc>
                  <a:txBody>
                    <a:bodyPr/>
                    <a:lstStyle/>
                    <a:p>
                      <a:pPr marL="0" indent="0" algn="l">
                        <a:spcBef>
                          <a:spcPts val="0"/>
                        </a:spcBef>
                        <a:spcAft>
                          <a:spcPts val="0"/>
                        </a:spcAft>
                        <a:buNone/>
                      </a:pPr>
                      <a:r>
                        <a:rPr sz="1500" b="0" i="0">
                          <a:solidFill>
                            <a:srgbClr val="262626"/>
                          </a:solidFill>
                          <a:latin typeface="Times New Roman"/>
                        </a:rPr>
                        <a:t>Haversine distance between customer and worker i; R = 6371 km, φ = latitude, λ = longitude [7]</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FFFFFF"/>
                    </a:solidFill>
                  </a:tcPr>
                </a:tc>
                <a:extLst>
                  <a:ext uri="{0D108BD9-81ED-4DB2-BD59-A6C34878D82A}">
                    <a16:rowId xmlns:a16="http://schemas.microsoft.com/office/drawing/2014/main" val="10003"/>
                  </a:ext>
                </a:extLst>
              </a:tr>
              <a:tr h="777240">
                <a:tc>
                  <a:txBody>
                    <a:bodyPr/>
                    <a:lstStyle/>
                    <a:p>
                      <a:pPr marL="0" indent="0" algn="l">
                        <a:spcBef>
                          <a:spcPts val="0"/>
                        </a:spcBef>
                        <a:spcAft>
                          <a:spcPts val="0"/>
                        </a:spcAft>
                        <a:buNone/>
                      </a:pPr>
                      <a:r>
                        <a:rPr sz="1500" b="0" i="0">
                          <a:solidFill>
                            <a:srgbClr val="262626"/>
                          </a:solidFill>
                          <a:latin typeface="Cambria"/>
                        </a:rPr>
                        <a:t>N = { i ∈ W : s* ∈ skills(i), a(i) = 1, d(i) ≤ Dmax }</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FFFFFF"/>
                    </a:solidFill>
                  </a:tcPr>
                </a:tc>
                <a:tc>
                  <a:txBody>
                    <a:bodyPr/>
                    <a:lstStyle/>
                    <a:p>
                      <a:pPr marL="0" indent="0" algn="l">
                        <a:spcBef>
                          <a:spcPts val="0"/>
                        </a:spcBef>
                        <a:spcAft>
                          <a:spcPts val="0"/>
                        </a:spcAft>
                        <a:buNone/>
                      </a:pPr>
                      <a:r>
                        <a:rPr sz="1500" b="0" i="0">
                          <a:solidFill>
                            <a:srgbClr val="262626"/>
                          </a:solidFill>
                          <a:latin typeface="Times New Roman"/>
                        </a:rPr>
                        <a:t>Candidates: workers who have the skill, are available and are within the radius</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FFFFFF"/>
                    </a:solidFill>
                  </a:tcPr>
                </a:tc>
                <a:extLst>
                  <a:ext uri="{0D108BD9-81ED-4DB2-BD59-A6C34878D82A}">
                    <a16:rowId xmlns:a16="http://schemas.microsoft.com/office/drawing/2014/main" val="10004"/>
                  </a:ext>
                </a:extLst>
              </a:tr>
              <a:tr h="777240">
                <a:tc>
                  <a:txBody>
                    <a:bodyPr/>
                    <a:lstStyle/>
                    <a:p>
                      <a:pPr marL="0" indent="0" algn="l">
                        <a:spcBef>
                          <a:spcPts val="0"/>
                        </a:spcBef>
                        <a:spcAft>
                          <a:spcPts val="0"/>
                        </a:spcAft>
                        <a:buNone/>
                      </a:pPr>
                      <a:r>
                        <a:rPr sz="1500" b="0" i="0">
                          <a:solidFill>
                            <a:srgbClr val="262626"/>
                          </a:solidFill>
                          <a:latin typeface="Cambria"/>
                        </a:rPr>
                        <a:t>p = 1 − d/Dmax,   t = 1 − T/Tmax,   c = 1 − K/Kmax</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FFFFFF"/>
                    </a:solidFill>
                  </a:tcPr>
                </a:tc>
                <a:tc>
                  <a:txBody>
                    <a:bodyPr/>
                    <a:lstStyle/>
                    <a:p>
                      <a:pPr marL="0" indent="0" algn="l">
                        <a:spcBef>
                          <a:spcPts val="0"/>
                        </a:spcBef>
                        <a:spcAft>
                          <a:spcPts val="0"/>
                        </a:spcAft>
                        <a:buNone/>
                      </a:pPr>
                      <a:r>
                        <a:rPr sz="1500" b="0" i="0">
                          <a:solidFill>
                            <a:srgbClr val="262626"/>
                          </a:solidFill>
                          <a:latin typeface="Times New Roman"/>
                        </a:rPr>
                        <a:t>Proximity, time and cost scaled to 0–1; closer, faster and cheaper is nearer to 1</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622;p31"/>
          <p:cNvSpPr txBox="1">
            <a:spLocks noGrp="1"/>
          </p:cNvSpPr>
          <p:nvPr>
            <p:ph type="title"/>
          </p:nvPr>
        </p:nvSpPr>
        <p:spPr>
          <a:xfrm>
            <a:off x="502920" y="274320"/>
            <a:ext cx="8138160" cy="804672"/>
          </a:xfrm>
          <a:prstGeom prst="rect">
            <a:avLst/>
          </a:prstGeom>
          <a:noFill/>
          <a:ln>
            <a:noFill/>
          </a:ln>
        </p:spPr>
        <p:txBody>
          <a:bodyPr spcFirstLastPara="1" wrap="square" lIns="91425" tIns="45700" rIns="91425" bIns="91425" anchor="b" anchorCtr="0">
            <a:noAutofit/>
          </a:bodyPr>
          <a:lstStyle/>
          <a:p>
            <a:pPr marL="0" lvl="0" indent="0" algn="l" rtl="0">
              <a:lnSpc>
                <a:spcPct val="100000"/>
              </a:lnSpc>
              <a:spcBef>
                <a:spcPts val="0"/>
              </a:spcBef>
              <a:spcAft>
                <a:spcPts val="0"/>
              </a:spcAft>
              <a:buSzPts val="1400"/>
              <a:buNone/>
            </a:pPr>
            <a:r>
              <a:rPr lang="en-US" sz="2400" b="1"/>
              <a:t>Mathematical Model: Score and Learning</a:t>
            </a:r>
            <a:endParaRPr/>
          </a:p>
        </p:txBody>
      </p:sp>
      <p:sp>
        <p:nvSpPr>
          <p:cNvPr id="5" name="Google Shape;624;p31"/>
          <p:cNvSpPr/>
          <p:nvPr/>
        </p:nvSpPr>
        <p:spPr>
          <a:xfrm>
            <a:off x="7845552" y="6096000"/>
            <a:ext cx="841248" cy="457200"/>
          </a:xfrm>
          <a:prstGeom prst="ellipse">
            <a:avLst/>
          </a:prstGeom>
          <a:solidFill>
            <a:schemeClr val="accent1"/>
          </a:solidFill>
          <a:ln>
            <a:noFill/>
          </a:ln>
        </p:spPr>
        <p:txBody>
          <a:bodyPr spcFirstLastPara="1" wrap="square" lIns="0" tIns="0" rIns="0" bIns="0" anchor="ctr" anchorCtr="1">
            <a:noAutofit/>
          </a:bodyPr>
          <a:lstStyle/>
          <a:p>
            <a:pPr marL="0" marR="0" lvl="0" indent="0" algn="ctr" rtl="0">
              <a:lnSpc>
                <a:spcPct val="100000"/>
              </a:lnSpc>
              <a:spcBef>
                <a:spcPts val="0"/>
              </a:spcBef>
              <a:spcAft>
                <a:spcPts val="0"/>
              </a:spcAft>
              <a:buClr>
                <a:srgbClr val="FFFFFF"/>
              </a:buClr>
              <a:buSzPts val="1400"/>
              <a:buFont typeface="Libre Franklin"/>
              <a:buNone/>
            </a:pPr>
            <a:fld id="{00000000-1234-1234-1234-123412341234}" type="slidenum">
              <a:rPr lang="en-US" sz="1400" b="0" i="0" u="none" strike="noStrike" cap="none">
                <a:solidFill>
                  <a:srgbClr val="FFFFFF"/>
                </a:solidFill>
                <a:latin typeface="Libre Franklin"/>
                <a:ea typeface="Libre Franklin"/>
                <a:cs typeface="Libre Franklin"/>
                <a:sym typeface="Libre Franklin"/>
              </a:rPr>
              <a:t>13</a:t>
            </a:fld>
            <a:r>
              <a:rPr lang="en-US" sz="1400" b="0" i="0" u="none" strike="noStrike" cap="none">
                <a:solidFill>
                  <a:srgbClr val="FFFFFF"/>
                </a:solidFill>
                <a:latin typeface="Libre Franklin"/>
                <a:ea typeface="Libre Franklin"/>
                <a:cs typeface="Libre Franklin"/>
                <a:sym typeface="Libre Franklin"/>
              </a:rPr>
              <a:t>/17</a:t>
            </a:r>
            <a:endParaRPr sz="1400" b="0" i="0" u="none" strike="noStrike" cap="none">
              <a:solidFill>
                <a:srgbClr val="000000"/>
              </a:solidFill>
              <a:latin typeface="Arial"/>
              <a:ea typeface="Arial"/>
              <a:cs typeface="Arial"/>
              <a:sym typeface="Arial"/>
            </a:endParaRPr>
          </a:p>
        </p:txBody>
      </p:sp>
      <p:sp>
        <p:nvSpPr>
          <p:cNvPr id="6" name="Google Shape;625;p31"/>
          <p:cNvSpPr txBox="1"/>
          <p:nvPr/>
        </p:nvSpPr>
        <p:spPr>
          <a:xfrm>
            <a:off x="5298440" y="6324600"/>
            <a:ext cx="3962400" cy="457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2"/>
              </a:buClr>
              <a:buSzPts val="1400"/>
              <a:buFont typeface="Libre Baskerville"/>
              <a:buNone/>
            </a:pPr>
            <a:r>
              <a:rPr lang="en-US" sz="1400" b="0" i="0" u="none" strike="noStrike" cap="none" dirty="0">
                <a:solidFill>
                  <a:schemeClr val="dk2"/>
                </a:solidFill>
                <a:latin typeface="Times New Roman" panose="02020603050405020304" pitchFamily="18" charset="0"/>
                <a:ea typeface="Libre Baskerville"/>
                <a:cs typeface="Times New Roman" panose="02020603050405020304" pitchFamily="18" charset="0"/>
                <a:sym typeface="Libre Baskerville"/>
              </a:rPr>
              <a:t>AI-Powered Smart Worker Finder</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graphicFrame>
        <p:nvGraphicFramePr>
          <p:cNvPr id="7" name="Model table 2"/>
          <p:cNvGraphicFramePr>
            <a:graphicFrameLocks noGrp="1"/>
          </p:cNvGraphicFramePr>
          <p:nvPr/>
        </p:nvGraphicFramePr>
        <p:xfrm>
          <a:off x="502920" y="1280160"/>
          <a:ext cx="8138160" cy="4251960"/>
        </p:xfrm>
        <a:graphic>
          <a:graphicData uri="http://schemas.openxmlformats.org/drawingml/2006/table">
            <a:tbl>
              <a:tblPr firstRow="1"/>
              <a:tblGrid>
                <a:gridCol w="411480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tblGrid>
              <a:tr h="365760">
                <a:tc>
                  <a:txBody>
                    <a:bodyPr/>
                    <a:lstStyle/>
                    <a:p>
                      <a:pPr marL="0" indent="0" algn="l">
                        <a:spcBef>
                          <a:spcPts val="0"/>
                        </a:spcBef>
                        <a:spcAft>
                          <a:spcPts val="0"/>
                        </a:spcAft>
                        <a:buNone/>
                      </a:pPr>
                      <a:r>
                        <a:rPr sz="1500" b="1" i="0">
                          <a:solidFill>
                            <a:srgbClr val="FFFFFF"/>
                          </a:solidFill>
                          <a:latin typeface="Times New Roman"/>
                        </a:rPr>
                        <a:t>Formula</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D34817"/>
                    </a:solidFill>
                  </a:tcPr>
                </a:tc>
                <a:tc>
                  <a:txBody>
                    <a:bodyPr/>
                    <a:lstStyle/>
                    <a:p>
                      <a:pPr marL="0" indent="0" algn="l">
                        <a:spcBef>
                          <a:spcPts val="0"/>
                        </a:spcBef>
                        <a:spcAft>
                          <a:spcPts val="0"/>
                        </a:spcAft>
                        <a:buNone/>
                      </a:pPr>
                      <a:r>
                        <a:rPr sz="1500" b="1" i="0">
                          <a:solidFill>
                            <a:srgbClr val="FFFFFF"/>
                          </a:solidFill>
                          <a:latin typeface="Times New Roman"/>
                        </a:rPr>
                        <a:t>In simple words</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D34817"/>
                    </a:solidFill>
                  </a:tcPr>
                </a:tc>
                <a:extLst>
                  <a:ext uri="{0D108BD9-81ED-4DB2-BD59-A6C34878D82A}">
                    <a16:rowId xmlns:a16="http://schemas.microsoft.com/office/drawing/2014/main" val="10000"/>
                  </a:ext>
                </a:extLst>
              </a:tr>
              <a:tr h="777240">
                <a:tc>
                  <a:txBody>
                    <a:bodyPr/>
                    <a:lstStyle/>
                    <a:p>
                      <a:pPr marL="0" indent="0" algn="l">
                        <a:spcBef>
                          <a:spcPts val="0"/>
                        </a:spcBef>
                        <a:spcAft>
                          <a:spcPts val="0"/>
                        </a:spcAft>
                        <a:buNone/>
                      </a:pPr>
                      <a:r>
                        <a:rPr sz="1500" b="0" i="0">
                          <a:solidFill>
                            <a:srgbClr val="262626"/>
                          </a:solidFill>
                          <a:latin typeface="Cambria"/>
                        </a:rPr>
                        <a:t>q(i) = min{ 1, μ(i) + β √( ln N₀ / n(i) ) }</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FFFFFF"/>
                    </a:solidFill>
                  </a:tcPr>
                </a:tc>
                <a:tc>
                  <a:txBody>
                    <a:bodyPr/>
                    <a:lstStyle/>
                    <a:p>
                      <a:pPr marL="0" indent="0" algn="l">
                        <a:spcBef>
                          <a:spcPts val="0"/>
                        </a:spcBef>
                        <a:spcAft>
                          <a:spcPts val="0"/>
                        </a:spcAft>
                        <a:buNone/>
                      </a:pPr>
                      <a:r>
                        <a:rPr sz="1500" b="0" i="0">
                          <a:solidFill>
                            <a:srgbClr val="262626"/>
                          </a:solidFill>
                          <a:latin typeface="Times New Roman"/>
                        </a:rPr>
                        <a:t>Quality = average rating μ plus a bonus that is bigger for workers with fewer jobs n; β = 0.1 [6]</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FFFFFF"/>
                    </a:solidFill>
                  </a:tcPr>
                </a:tc>
                <a:extLst>
                  <a:ext uri="{0D108BD9-81ED-4DB2-BD59-A6C34878D82A}">
                    <a16:rowId xmlns:a16="http://schemas.microsoft.com/office/drawing/2014/main" val="10001"/>
                  </a:ext>
                </a:extLst>
              </a:tr>
              <a:tr h="777240">
                <a:tc>
                  <a:txBody>
                    <a:bodyPr/>
                    <a:lstStyle/>
                    <a:p>
                      <a:pPr marL="0" indent="0" algn="l">
                        <a:spcBef>
                          <a:spcPts val="0"/>
                        </a:spcBef>
                        <a:spcAft>
                          <a:spcPts val="0"/>
                        </a:spcAft>
                        <a:buNone/>
                      </a:pPr>
                      <a:r>
                        <a:rPr sz="1500" b="0" i="0">
                          <a:solidFill>
                            <a:srgbClr val="262626"/>
                          </a:solidFill>
                          <a:latin typeface="Cambria"/>
                        </a:rPr>
                        <a:t>Score(i) = w₁m + w₂p + w₃q + w₄t + w₅c</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FFFFFF"/>
                    </a:solidFill>
                  </a:tcPr>
                </a:tc>
                <a:tc>
                  <a:txBody>
                    <a:bodyPr/>
                    <a:lstStyle/>
                    <a:p>
                      <a:pPr marL="0" indent="0" algn="l">
                        <a:spcBef>
                          <a:spcPts val="0"/>
                        </a:spcBef>
                        <a:spcAft>
                          <a:spcPts val="0"/>
                        </a:spcAft>
                        <a:buNone/>
                      </a:pPr>
                      <a:r>
                        <a:rPr sz="1500" b="0" i="0">
                          <a:solidFill>
                            <a:srgbClr val="262626"/>
                          </a:solidFill>
                          <a:latin typeface="Times New Roman"/>
                        </a:rPr>
                        <a:t>Weighted sum of skill m, proximity p, quality q, time t, cost c; weights 0.30, 0.25, 0.20, 0.15, 0.10 add to 1</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FFFFFF"/>
                    </a:solidFill>
                  </a:tcPr>
                </a:tc>
                <a:extLst>
                  <a:ext uri="{0D108BD9-81ED-4DB2-BD59-A6C34878D82A}">
                    <a16:rowId xmlns:a16="http://schemas.microsoft.com/office/drawing/2014/main" val="10002"/>
                  </a:ext>
                </a:extLst>
              </a:tr>
              <a:tr h="777240">
                <a:tc>
                  <a:txBody>
                    <a:bodyPr/>
                    <a:lstStyle/>
                    <a:p>
                      <a:pPr marL="0" indent="0" algn="l">
                        <a:spcBef>
                          <a:spcPts val="0"/>
                        </a:spcBef>
                        <a:spcAft>
                          <a:spcPts val="0"/>
                        </a:spcAft>
                        <a:buNone/>
                      </a:pPr>
                      <a:r>
                        <a:rPr sz="1500" b="0" i="0">
                          <a:solidFill>
                            <a:srgbClr val="262626"/>
                          </a:solidFill>
                          <a:latin typeface="Cambria"/>
                        </a:rPr>
                        <a:t>i* = argmax Score(i),  i ∈ N</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FFFFFF"/>
                    </a:solidFill>
                  </a:tcPr>
                </a:tc>
                <a:tc>
                  <a:txBody>
                    <a:bodyPr/>
                    <a:lstStyle/>
                    <a:p>
                      <a:pPr marL="0" indent="0" algn="l">
                        <a:spcBef>
                          <a:spcPts val="0"/>
                        </a:spcBef>
                        <a:spcAft>
                          <a:spcPts val="0"/>
                        </a:spcAft>
                        <a:buNone/>
                      </a:pPr>
                      <a:r>
                        <a:rPr sz="1500" b="0" i="0">
                          <a:solidFill>
                            <a:srgbClr val="262626"/>
                          </a:solidFill>
                          <a:latin typeface="Times New Roman"/>
                        </a:rPr>
                        <a:t>Recommend the candidate with the highest score</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FFFFFF"/>
                    </a:solidFill>
                  </a:tcPr>
                </a:tc>
                <a:extLst>
                  <a:ext uri="{0D108BD9-81ED-4DB2-BD59-A6C34878D82A}">
                    <a16:rowId xmlns:a16="http://schemas.microsoft.com/office/drawing/2014/main" val="10003"/>
                  </a:ext>
                </a:extLst>
              </a:tr>
              <a:tr h="777240">
                <a:tc>
                  <a:txBody>
                    <a:bodyPr/>
                    <a:lstStyle/>
                    <a:p>
                      <a:pPr marL="0" indent="0" algn="l">
                        <a:spcBef>
                          <a:spcPts val="0"/>
                        </a:spcBef>
                        <a:spcAft>
                          <a:spcPts val="0"/>
                        </a:spcAft>
                        <a:buNone/>
                      </a:pPr>
                      <a:r>
                        <a:rPr sz="1500" b="0" i="0">
                          <a:solidFill>
                            <a:srgbClr val="262626"/>
                          </a:solidFill>
                          <a:latin typeface="Cambria"/>
                        </a:rPr>
                        <a:t>n </a:t>
                      </a:r>
                      <a:r>
                        <a:rPr sz="1500" b="0" i="0">
                          <a:solidFill>
                            <a:srgbClr val="262626"/>
                          </a:solidFill>
                          <a:latin typeface="Arial"/>
                        </a:rPr>
                        <a:t>←</a:t>
                      </a:r>
                      <a:r>
                        <a:rPr sz="1500" b="0" i="0">
                          <a:solidFill>
                            <a:srgbClr val="262626"/>
                          </a:solidFill>
                          <a:latin typeface="Cambria"/>
                        </a:rPr>
                        <a:t> n + 1,   μ </a:t>
                      </a:r>
                      <a:r>
                        <a:rPr sz="1500" b="0" i="0">
                          <a:solidFill>
                            <a:srgbClr val="262626"/>
                          </a:solidFill>
                          <a:latin typeface="Arial"/>
                        </a:rPr>
                        <a:t>←</a:t>
                      </a:r>
                      <a:r>
                        <a:rPr sz="1500" b="0" i="0">
                          <a:solidFill>
                            <a:srgbClr val="262626"/>
                          </a:solidFill>
                          <a:latin typeface="Cambria"/>
                        </a:rPr>
                        <a:t> μ + (r − μ) / n</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FFFFFF"/>
                    </a:solidFill>
                  </a:tcPr>
                </a:tc>
                <a:tc>
                  <a:txBody>
                    <a:bodyPr/>
                    <a:lstStyle/>
                    <a:p>
                      <a:pPr marL="0" indent="0" algn="l">
                        <a:spcBef>
                          <a:spcPts val="0"/>
                        </a:spcBef>
                        <a:spcAft>
                          <a:spcPts val="0"/>
                        </a:spcAft>
                        <a:buNone/>
                      </a:pPr>
                      <a:r>
                        <a:rPr sz="1500" b="0" i="0">
                          <a:solidFill>
                            <a:srgbClr val="262626"/>
                          </a:solidFill>
                          <a:latin typeface="Times New Roman"/>
                        </a:rPr>
                        <a:t>After a job rated r, the job count goes up by one and the average moves toward r</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FFFFFF"/>
                    </a:solidFill>
                  </a:tcPr>
                </a:tc>
                <a:extLst>
                  <a:ext uri="{0D108BD9-81ED-4DB2-BD59-A6C34878D82A}">
                    <a16:rowId xmlns:a16="http://schemas.microsoft.com/office/drawing/2014/main" val="10004"/>
                  </a:ext>
                </a:extLst>
              </a:tr>
              <a:tr h="777240">
                <a:tc>
                  <a:txBody>
                    <a:bodyPr/>
                    <a:lstStyle/>
                    <a:p>
                      <a:pPr marL="0" indent="0" algn="l">
                        <a:spcBef>
                          <a:spcPts val="0"/>
                        </a:spcBef>
                        <a:spcAft>
                          <a:spcPts val="0"/>
                        </a:spcAft>
                        <a:buNone/>
                      </a:pPr>
                      <a:r>
                        <a:rPr sz="1500" b="0" i="0">
                          <a:solidFill>
                            <a:srgbClr val="262626"/>
                          </a:solidFill>
                          <a:latin typeface="Cambria"/>
                        </a:rPr>
                        <a:t>maximise Σ Score(i)  subject to  max T(i) ≤ Tmax,  Σ K(i) ≤ Kmax</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FFFFFF"/>
                    </a:solidFill>
                  </a:tcPr>
                </a:tc>
                <a:tc>
                  <a:txBody>
                    <a:bodyPr/>
                    <a:lstStyle/>
                    <a:p>
                      <a:pPr marL="0" indent="0" algn="l">
                        <a:spcBef>
                          <a:spcPts val="0"/>
                        </a:spcBef>
                        <a:spcAft>
                          <a:spcPts val="0"/>
                        </a:spcAft>
                        <a:buNone/>
                      </a:pPr>
                      <a:r>
                        <a:rPr sz="1500" b="0" i="0">
                          <a:solidFill>
                            <a:srgbClr val="262626"/>
                          </a:solidFill>
                          <a:latin typeface="Times New Roman"/>
                        </a:rPr>
                        <a:t>Group jobs: choose a worker set within time and expense limits (CrowdBwO idea [1])</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622;p31"/>
          <p:cNvSpPr txBox="1">
            <a:spLocks noGrp="1"/>
          </p:cNvSpPr>
          <p:nvPr>
            <p:ph type="title"/>
          </p:nvPr>
        </p:nvSpPr>
        <p:spPr>
          <a:xfrm>
            <a:off x="502920" y="274320"/>
            <a:ext cx="8138160" cy="804672"/>
          </a:xfrm>
          <a:prstGeom prst="rect">
            <a:avLst/>
          </a:prstGeom>
          <a:noFill/>
          <a:ln>
            <a:noFill/>
          </a:ln>
        </p:spPr>
        <p:txBody>
          <a:bodyPr spcFirstLastPara="1" wrap="square" lIns="91425" tIns="45700" rIns="91425" bIns="91425" anchor="b" anchorCtr="0">
            <a:noAutofit/>
          </a:bodyPr>
          <a:lstStyle/>
          <a:p>
            <a:pPr marL="0" lvl="0" indent="0" algn="l" rtl="0">
              <a:lnSpc>
                <a:spcPct val="100000"/>
              </a:lnSpc>
              <a:spcBef>
                <a:spcPts val="0"/>
              </a:spcBef>
              <a:spcAft>
                <a:spcPts val="0"/>
              </a:spcAft>
              <a:buSzPts val="1400"/>
              <a:buNone/>
            </a:pPr>
            <a:r>
              <a:rPr lang="en-US" sz="2400" b="1"/>
              <a:t>Worked Example: Plumber Request</a:t>
            </a:r>
            <a:endParaRPr/>
          </a:p>
        </p:txBody>
      </p:sp>
      <p:sp>
        <p:nvSpPr>
          <p:cNvPr id="5" name="Google Shape;624;p31"/>
          <p:cNvSpPr/>
          <p:nvPr/>
        </p:nvSpPr>
        <p:spPr>
          <a:xfrm>
            <a:off x="7845552" y="6096000"/>
            <a:ext cx="841248" cy="457200"/>
          </a:xfrm>
          <a:prstGeom prst="ellipse">
            <a:avLst/>
          </a:prstGeom>
          <a:solidFill>
            <a:schemeClr val="accent1"/>
          </a:solidFill>
          <a:ln>
            <a:noFill/>
          </a:ln>
        </p:spPr>
        <p:txBody>
          <a:bodyPr spcFirstLastPara="1" wrap="square" lIns="0" tIns="0" rIns="0" bIns="0" anchor="ctr" anchorCtr="1">
            <a:noAutofit/>
          </a:bodyPr>
          <a:lstStyle/>
          <a:p>
            <a:pPr marL="0" marR="0" lvl="0" indent="0" algn="ctr" rtl="0">
              <a:lnSpc>
                <a:spcPct val="100000"/>
              </a:lnSpc>
              <a:spcBef>
                <a:spcPts val="0"/>
              </a:spcBef>
              <a:spcAft>
                <a:spcPts val="0"/>
              </a:spcAft>
              <a:buClr>
                <a:srgbClr val="FFFFFF"/>
              </a:buClr>
              <a:buSzPts val="1400"/>
              <a:buFont typeface="Libre Franklin"/>
              <a:buNone/>
            </a:pPr>
            <a:fld id="{00000000-1234-1234-1234-123412341234}" type="slidenum">
              <a:rPr lang="en-US" sz="1400" b="0" i="0" u="none" strike="noStrike" cap="none">
                <a:solidFill>
                  <a:srgbClr val="FFFFFF"/>
                </a:solidFill>
                <a:latin typeface="Libre Franklin"/>
                <a:ea typeface="Libre Franklin"/>
                <a:cs typeface="Libre Franklin"/>
                <a:sym typeface="Libre Franklin"/>
              </a:rPr>
              <a:t>14</a:t>
            </a:fld>
            <a:r>
              <a:rPr lang="en-US" sz="1400" b="0" i="0" u="none" strike="noStrike" cap="none">
                <a:solidFill>
                  <a:srgbClr val="FFFFFF"/>
                </a:solidFill>
                <a:latin typeface="Libre Franklin"/>
                <a:ea typeface="Libre Franklin"/>
                <a:cs typeface="Libre Franklin"/>
                <a:sym typeface="Libre Franklin"/>
              </a:rPr>
              <a:t>/17</a:t>
            </a:r>
            <a:endParaRPr sz="1400" b="0" i="0" u="none" strike="noStrike" cap="none">
              <a:solidFill>
                <a:srgbClr val="000000"/>
              </a:solidFill>
              <a:latin typeface="Arial"/>
              <a:ea typeface="Arial"/>
              <a:cs typeface="Arial"/>
              <a:sym typeface="Arial"/>
            </a:endParaRPr>
          </a:p>
        </p:txBody>
      </p:sp>
      <p:sp>
        <p:nvSpPr>
          <p:cNvPr id="6" name="Google Shape;625;p31"/>
          <p:cNvSpPr txBox="1"/>
          <p:nvPr/>
        </p:nvSpPr>
        <p:spPr>
          <a:xfrm>
            <a:off x="5181600" y="6370320"/>
            <a:ext cx="3962400" cy="457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2"/>
              </a:buClr>
              <a:buSzPts val="1400"/>
              <a:buFont typeface="Libre Baskerville"/>
              <a:buNone/>
            </a:pPr>
            <a:r>
              <a:rPr lang="en-US" sz="1400" b="0" i="0" u="none" strike="noStrike" cap="none" dirty="0">
                <a:solidFill>
                  <a:schemeClr val="dk2"/>
                </a:solidFill>
                <a:latin typeface="Times New Roman" panose="02020603050405020304" pitchFamily="18" charset="0"/>
                <a:ea typeface="Libre Baskerville"/>
                <a:cs typeface="Times New Roman" panose="02020603050405020304" pitchFamily="18" charset="0"/>
                <a:sym typeface="Libre Baskerville"/>
              </a:rPr>
              <a:t>AI-Powered Smart Worker Finder</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7" name="TextBox 6"/>
          <p:cNvSpPr txBox="1"/>
          <p:nvPr/>
        </p:nvSpPr>
        <p:spPr>
          <a:xfrm>
            <a:off x="502920" y="1222843"/>
            <a:ext cx="8138160" cy="270843"/>
          </a:xfrm>
          <a:prstGeom prst="rect">
            <a:avLst/>
          </a:prstGeom>
          <a:noFill/>
        </p:spPr>
        <p:txBody>
          <a:bodyPr wrap="square" lIns="45720" tIns="27432" rIns="45720" bIns="27432" anchor="ctr">
            <a:spAutoFit/>
          </a:bodyPr>
          <a:lstStyle/>
          <a:p>
            <a:pPr marL="0" indent="0">
              <a:spcBef>
                <a:spcPts val="0"/>
              </a:spcBef>
              <a:spcAft>
                <a:spcPts val="0"/>
              </a:spcAft>
              <a:buNone/>
            </a:pPr>
            <a:r>
              <a:rPr sz="1400" b="0" dirty="0">
                <a:solidFill>
                  <a:srgbClr val="696464"/>
                </a:solidFill>
                <a:latin typeface="Times New Roman"/>
              </a:rPr>
              <a:t>Plumber; </a:t>
            </a:r>
            <a:r>
              <a:rPr sz="1400" b="0" dirty="0" err="1">
                <a:solidFill>
                  <a:srgbClr val="696464"/>
                </a:solidFill>
                <a:latin typeface="Times New Roman"/>
              </a:rPr>
              <a:t>Dmax</a:t>
            </a:r>
            <a:r>
              <a:rPr sz="1400" b="0" dirty="0">
                <a:solidFill>
                  <a:srgbClr val="696464"/>
                </a:solidFill>
                <a:latin typeface="Times New Roman"/>
              </a:rPr>
              <a:t> = 10 km, </a:t>
            </a:r>
            <a:r>
              <a:rPr sz="1400" b="0" dirty="0" err="1">
                <a:solidFill>
                  <a:srgbClr val="696464"/>
                </a:solidFill>
                <a:latin typeface="Times New Roman"/>
              </a:rPr>
              <a:t>Tmax</a:t>
            </a:r>
            <a:r>
              <a:rPr sz="1400" b="0" dirty="0">
                <a:solidFill>
                  <a:srgbClr val="696464"/>
                </a:solidFill>
                <a:latin typeface="Times New Roman"/>
              </a:rPr>
              <a:t> = 60 min, </a:t>
            </a:r>
            <a:r>
              <a:rPr sz="1400" b="0" dirty="0" err="1">
                <a:solidFill>
                  <a:srgbClr val="696464"/>
                </a:solidFill>
                <a:latin typeface="Times New Roman"/>
              </a:rPr>
              <a:t>Kmax</a:t>
            </a:r>
            <a:r>
              <a:rPr sz="1400" b="0" dirty="0">
                <a:solidFill>
                  <a:srgbClr val="696464"/>
                </a:solidFill>
                <a:latin typeface="Times New Roman"/>
              </a:rPr>
              <a:t> = Rs 800; N₀ = 60 rated jobs, β = 0.1</a:t>
            </a:r>
          </a:p>
        </p:txBody>
      </p:sp>
      <p:graphicFrame>
        <p:nvGraphicFramePr>
          <p:cNvPr id="8" name="Worked example table"/>
          <p:cNvGraphicFramePr>
            <a:graphicFrameLocks noGrp="1"/>
          </p:cNvGraphicFramePr>
          <p:nvPr/>
        </p:nvGraphicFramePr>
        <p:xfrm>
          <a:off x="502920" y="1645920"/>
          <a:ext cx="8138160" cy="3639312"/>
        </p:xfrm>
        <a:graphic>
          <a:graphicData uri="http://schemas.openxmlformats.org/drawingml/2006/table">
            <a:tbl>
              <a:tblPr firstRow="1"/>
              <a:tblGrid>
                <a:gridCol w="347472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tblGrid>
              <a:tr h="347472">
                <a:tc>
                  <a:txBody>
                    <a:bodyPr/>
                    <a:lstStyle/>
                    <a:p>
                      <a:pPr marL="0" indent="0" algn="l">
                        <a:spcBef>
                          <a:spcPts val="0"/>
                        </a:spcBef>
                        <a:spcAft>
                          <a:spcPts val="0"/>
                        </a:spcAft>
                        <a:buNone/>
                      </a:pPr>
                      <a:r>
                        <a:rPr sz="1400" b="1" i="0">
                          <a:solidFill>
                            <a:srgbClr val="FFFFFF"/>
                          </a:solidFill>
                          <a:latin typeface="Times New Roman"/>
                        </a:rPr>
                        <a:t>Quantity</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D34817"/>
                    </a:solidFill>
                  </a:tcPr>
                </a:tc>
                <a:tc>
                  <a:txBody>
                    <a:bodyPr/>
                    <a:lstStyle/>
                    <a:p>
                      <a:pPr marL="0" indent="0" algn="ctr">
                        <a:spcBef>
                          <a:spcPts val="0"/>
                        </a:spcBef>
                        <a:spcAft>
                          <a:spcPts val="0"/>
                        </a:spcAft>
                        <a:buNone/>
                      </a:pPr>
                      <a:r>
                        <a:rPr sz="1400" b="1" i="0">
                          <a:solidFill>
                            <a:srgbClr val="FFFFFF"/>
                          </a:solidFill>
                          <a:latin typeface="Times New Roman"/>
                        </a:rPr>
                        <a:t>Worker A</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D34817"/>
                    </a:solidFill>
                  </a:tcPr>
                </a:tc>
                <a:tc>
                  <a:txBody>
                    <a:bodyPr/>
                    <a:lstStyle/>
                    <a:p>
                      <a:pPr marL="0" indent="0" algn="ctr">
                        <a:spcBef>
                          <a:spcPts val="0"/>
                        </a:spcBef>
                        <a:spcAft>
                          <a:spcPts val="0"/>
                        </a:spcAft>
                        <a:buNone/>
                      </a:pPr>
                      <a:r>
                        <a:rPr sz="1400" b="1" i="0">
                          <a:solidFill>
                            <a:srgbClr val="FFFFFF"/>
                          </a:solidFill>
                          <a:latin typeface="Times New Roman"/>
                        </a:rPr>
                        <a:t>Worker B</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D34817"/>
                    </a:solidFill>
                  </a:tcPr>
                </a:tc>
                <a:tc>
                  <a:txBody>
                    <a:bodyPr/>
                    <a:lstStyle/>
                    <a:p>
                      <a:pPr marL="0" indent="0" algn="ctr">
                        <a:spcBef>
                          <a:spcPts val="0"/>
                        </a:spcBef>
                        <a:spcAft>
                          <a:spcPts val="0"/>
                        </a:spcAft>
                        <a:buNone/>
                      </a:pPr>
                      <a:r>
                        <a:rPr sz="1400" b="1" i="0">
                          <a:solidFill>
                            <a:srgbClr val="FFFFFF"/>
                          </a:solidFill>
                          <a:latin typeface="Times New Roman"/>
                        </a:rPr>
                        <a:t>Worker C</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D34817"/>
                    </a:solidFill>
                  </a:tcPr>
                </a:tc>
                <a:extLst>
                  <a:ext uri="{0D108BD9-81ED-4DB2-BD59-A6C34878D82A}">
                    <a16:rowId xmlns:a16="http://schemas.microsoft.com/office/drawing/2014/main" val="10000"/>
                  </a:ext>
                </a:extLst>
              </a:tr>
              <a:tr h="329184">
                <a:tc>
                  <a:txBody>
                    <a:bodyPr/>
                    <a:lstStyle/>
                    <a:p>
                      <a:pPr marL="0" indent="0" algn="l">
                        <a:spcBef>
                          <a:spcPts val="0"/>
                        </a:spcBef>
                        <a:spcAft>
                          <a:spcPts val="0"/>
                        </a:spcAft>
                        <a:buNone/>
                      </a:pPr>
                      <a:r>
                        <a:rPr sz="1400" b="0" i="0">
                          <a:solidFill>
                            <a:srgbClr val="262626"/>
                          </a:solidFill>
                          <a:latin typeface="Times New Roman"/>
                        </a:rPr>
                        <a:t>Skill match m</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FFFFFF"/>
                    </a:solidFill>
                  </a:tcPr>
                </a:tc>
                <a:tc>
                  <a:txBody>
                    <a:bodyPr/>
                    <a:lstStyle/>
                    <a:p>
                      <a:pPr marL="0" indent="0" algn="ctr">
                        <a:spcBef>
                          <a:spcPts val="0"/>
                        </a:spcBef>
                        <a:spcAft>
                          <a:spcPts val="0"/>
                        </a:spcAft>
                        <a:buNone/>
                      </a:pPr>
                      <a:r>
                        <a:rPr sz="1400" b="0" i="0">
                          <a:solidFill>
                            <a:srgbClr val="262626"/>
                          </a:solidFill>
                          <a:latin typeface="Times New Roman"/>
                        </a:rPr>
                        <a:t>1.00</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FFFFFF"/>
                    </a:solidFill>
                  </a:tcPr>
                </a:tc>
                <a:tc>
                  <a:txBody>
                    <a:bodyPr/>
                    <a:lstStyle/>
                    <a:p>
                      <a:pPr marL="0" indent="0" algn="ctr">
                        <a:spcBef>
                          <a:spcPts val="0"/>
                        </a:spcBef>
                        <a:spcAft>
                          <a:spcPts val="0"/>
                        </a:spcAft>
                        <a:buNone/>
                      </a:pPr>
                      <a:r>
                        <a:rPr sz="1400" b="0" i="0">
                          <a:solidFill>
                            <a:srgbClr val="262626"/>
                          </a:solidFill>
                          <a:latin typeface="Times New Roman"/>
                        </a:rPr>
                        <a:t>1.00</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FFFFFF"/>
                    </a:solidFill>
                  </a:tcPr>
                </a:tc>
                <a:tc>
                  <a:txBody>
                    <a:bodyPr/>
                    <a:lstStyle/>
                    <a:p>
                      <a:pPr marL="0" indent="0" algn="ctr">
                        <a:spcBef>
                          <a:spcPts val="0"/>
                        </a:spcBef>
                        <a:spcAft>
                          <a:spcPts val="0"/>
                        </a:spcAft>
                        <a:buNone/>
                      </a:pPr>
                      <a:r>
                        <a:rPr sz="1400" b="0" i="0">
                          <a:solidFill>
                            <a:srgbClr val="262626"/>
                          </a:solidFill>
                          <a:latin typeface="Times New Roman"/>
                        </a:rPr>
                        <a:t>0.60</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FFFFFF"/>
                    </a:solidFill>
                  </a:tcPr>
                </a:tc>
                <a:extLst>
                  <a:ext uri="{0D108BD9-81ED-4DB2-BD59-A6C34878D82A}">
                    <a16:rowId xmlns:a16="http://schemas.microsoft.com/office/drawing/2014/main" val="10001"/>
                  </a:ext>
                </a:extLst>
              </a:tr>
              <a:tr h="329184">
                <a:tc>
                  <a:txBody>
                    <a:bodyPr/>
                    <a:lstStyle/>
                    <a:p>
                      <a:pPr marL="0" indent="0" algn="l">
                        <a:spcBef>
                          <a:spcPts val="0"/>
                        </a:spcBef>
                        <a:spcAft>
                          <a:spcPts val="0"/>
                        </a:spcAft>
                        <a:buNone/>
                      </a:pPr>
                      <a:r>
                        <a:rPr sz="1400" b="0" i="0">
                          <a:solidFill>
                            <a:srgbClr val="262626"/>
                          </a:solidFill>
                          <a:latin typeface="Times New Roman"/>
                        </a:rPr>
                        <a:t>Distance d (km)</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FFFFFF"/>
                    </a:solidFill>
                  </a:tcPr>
                </a:tc>
                <a:tc>
                  <a:txBody>
                    <a:bodyPr/>
                    <a:lstStyle/>
                    <a:p>
                      <a:pPr marL="0" indent="0" algn="ctr">
                        <a:spcBef>
                          <a:spcPts val="0"/>
                        </a:spcBef>
                        <a:spcAft>
                          <a:spcPts val="0"/>
                        </a:spcAft>
                        <a:buNone/>
                      </a:pPr>
                      <a:r>
                        <a:rPr sz="1400" b="0" i="0">
                          <a:solidFill>
                            <a:srgbClr val="262626"/>
                          </a:solidFill>
                          <a:latin typeface="Times New Roman"/>
                        </a:rPr>
                        <a:t>1.5</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FFFFFF"/>
                    </a:solidFill>
                  </a:tcPr>
                </a:tc>
                <a:tc>
                  <a:txBody>
                    <a:bodyPr/>
                    <a:lstStyle/>
                    <a:p>
                      <a:pPr marL="0" indent="0" algn="ctr">
                        <a:spcBef>
                          <a:spcPts val="0"/>
                        </a:spcBef>
                        <a:spcAft>
                          <a:spcPts val="0"/>
                        </a:spcAft>
                        <a:buNone/>
                      </a:pPr>
                      <a:r>
                        <a:rPr sz="1400" b="0" i="0">
                          <a:solidFill>
                            <a:srgbClr val="262626"/>
                          </a:solidFill>
                          <a:latin typeface="Times New Roman"/>
                        </a:rPr>
                        <a:t>0.8</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FFFFFF"/>
                    </a:solidFill>
                  </a:tcPr>
                </a:tc>
                <a:tc>
                  <a:txBody>
                    <a:bodyPr/>
                    <a:lstStyle/>
                    <a:p>
                      <a:pPr marL="0" indent="0" algn="ctr">
                        <a:spcBef>
                          <a:spcPts val="0"/>
                        </a:spcBef>
                        <a:spcAft>
                          <a:spcPts val="0"/>
                        </a:spcAft>
                        <a:buNone/>
                      </a:pPr>
                      <a:r>
                        <a:rPr sz="1400" b="0" i="0">
                          <a:solidFill>
                            <a:srgbClr val="262626"/>
                          </a:solidFill>
                          <a:latin typeface="Times New Roman"/>
                        </a:rPr>
                        <a:t>3.0</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FFFFFF"/>
                    </a:solidFill>
                  </a:tcPr>
                </a:tc>
                <a:extLst>
                  <a:ext uri="{0D108BD9-81ED-4DB2-BD59-A6C34878D82A}">
                    <a16:rowId xmlns:a16="http://schemas.microsoft.com/office/drawing/2014/main" val="10002"/>
                  </a:ext>
                </a:extLst>
              </a:tr>
              <a:tr h="329184">
                <a:tc>
                  <a:txBody>
                    <a:bodyPr/>
                    <a:lstStyle/>
                    <a:p>
                      <a:pPr marL="0" indent="0" algn="l">
                        <a:spcBef>
                          <a:spcPts val="0"/>
                        </a:spcBef>
                        <a:spcAft>
                          <a:spcPts val="0"/>
                        </a:spcAft>
                        <a:buNone/>
                      </a:pPr>
                      <a:r>
                        <a:rPr sz="1400" b="0" i="0">
                          <a:solidFill>
                            <a:srgbClr val="262626"/>
                          </a:solidFill>
                          <a:latin typeface="Times New Roman"/>
                        </a:rPr>
                        <a:t>Time T (min)</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FFFFFF"/>
                    </a:solidFill>
                  </a:tcPr>
                </a:tc>
                <a:tc>
                  <a:txBody>
                    <a:bodyPr/>
                    <a:lstStyle/>
                    <a:p>
                      <a:pPr marL="0" indent="0" algn="ctr">
                        <a:spcBef>
                          <a:spcPts val="0"/>
                        </a:spcBef>
                        <a:spcAft>
                          <a:spcPts val="0"/>
                        </a:spcAft>
                        <a:buNone/>
                      </a:pPr>
                      <a:r>
                        <a:rPr sz="1400" b="0" i="0">
                          <a:solidFill>
                            <a:srgbClr val="262626"/>
                          </a:solidFill>
                          <a:latin typeface="Times New Roman"/>
                        </a:rPr>
                        <a:t>15</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FFFFFF"/>
                    </a:solidFill>
                  </a:tcPr>
                </a:tc>
                <a:tc>
                  <a:txBody>
                    <a:bodyPr/>
                    <a:lstStyle/>
                    <a:p>
                      <a:pPr marL="0" indent="0" algn="ctr">
                        <a:spcBef>
                          <a:spcPts val="0"/>
                        </a:spcBef>
                        <a:spcAft>
                          <a:spcPts val="0"/>
                        </a:spcAft>
                        <a:buNone/>
                      </a:pPr>
                      <a:r>
                        <a:rPr sz="1400" b="0" i="0">
                          <a:solidFill>
                            <a:srgbClr val="262626"/>
                          </a:solidFill>
                          <a:latin typeface="Times New Roman"/>
                        </a:rPr>
                        <a:t>25</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FFFFFF"/>
                    </a:solidFill>
                  </a:tcPr>
                </a:tc>
                <a:tc>
                  <a:txBody>
                    <a:bodyPr/>
                    <a:lstStyle/>
                    <a:p>
                      <a:pPr marL="0" indent="0" algn="ctr">
                        <a:spcBef>
                          <a:spcPts val="0"/>
                        </a:spcBef>
                        <a:spcAft>
                          <a:spcPts val="0"/>
                        </a:spcAft>
                        <a:buNone/>
                      </a:pPr>
                      <a:r>
                        <a:rPr sz="1400" b="0" i="0">
                          <a:solidFill>
                            <a:srgbClr val="262626"/>
                          </a:solidFill>
                          <a:latin typeface="Times New Roman"/>
                        </a:rPr>
                        <a:t>10</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FFFFFF"/>
                    </a:solidFill>
                  </a:tcPr>
                </a:tc>
                <a:extLst>
                  <a:ext uri="{0D108BD9-81ED-4DB2-BD59-A6C34878D82A}">
                    <a16:rowId xmlns:a16="http://schemas.microsoft.com/office/drawing/2014/main" val="10003"/>
                  </a:ext>
                </a:extLst>
              </a:tr>
              <a:tr h="329184">
                <a:tc>
                  <a:txBody>
                    <a:bodyPr/>
                    <a:lstStyle/>
                    <a:p>
                      <a:pPr marL="0" indent="0" algn="l">
                        <a:spcBef>
                          <a:spcPts val="0"/>
                        </a:spcBef>
                        <a:spcAft>
                          <a:spcPts val="0"/>
                        </a:spcAft>
                        <a:buNone/>
                      </a:pPr>
                      <a:r>
                        <a:rPr sz="1400" b="0" i="0">
                          <a:solidFill>
                            <a:srgbClr val="262626"/>
                          </a:solidFill>
                          <a:latin typeface="Times New Roman"/>
                        </a:rPr>
                        <a:t>Charge K (Rs)</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FFFFFF"/>
                    </a:solidFill>
                  </a:tcPr>
                </a:tc>
                <a:tc>
                  <a:txBody>
                    <a:bodyPr/>
                    <a:lstStyle/>
                    <a:p>
                      <a:pPr marL="0" indent="0" algn="ctr">
                        <a:spcBef>
                          <a:spcPts val="0"/>
                        </a:spcBef>
                        <a:spcAft>
                          <a:spcPts val="0"/>
                        </a:spcAft>
                        <a:buNone/>
                      </a:pPr>
                      <a:r>
                        <a:rPr sz="1400" b="0" i="0">
                          <a:solidFill>
                            <a:srgbClr val="262626"/>
                          </a:solidFill>
                          <a:latin typeface="Times New Roman"/>
                        </a:rPr>
                        <a:t>500</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FFFFFF"/>
                    </a:solidFill>
                  </a:tcPr>
                </a:tc>
                <a:tc>
                  <a:txBody>
                    <a:bodyPr/>
                    <a:lstStyle/>
                    <a:p>
                      <a:pPr marL="0" indent="0" algn="ctr">
                        <a:spcBef>
                          <a:spcPts val="0"/>
                        </a:spcBef>
                        <a:spcAft>
                          <a:spcPts val="0"/>
                        </a:spcAft>
                        <a:buNone/>
                      </a:pPr>
                      <a:r>
                        <a:rPr sz="1400" b="0" i="0">
                          <a:solidFill>
                            <a:srgbClr val="262626"/>
                          </a:solidFill>
                          <a:latin typeface="Times New Roman"/>
                        </a:rPr>
                        <a:t>400</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FFFFFF"/>
                    </a:solidFill>
                  </a:tcPr>
                </a:tc>
                <a:tc>
                  <a:txBody>
                    <a:bodyPr/>
                    <a:lstStyle/>
                    <a:p>
                      <a:pPr marL="0" indent="0" algn="ctr">
                        <a:spcBef>
                          <a:spcPts val="0"/>
                        </a:spcBef>
                        <a:spcAft>
                          <a:spcPts val="0"/>
                        </a:spcAft>
                        <a:buNone/>
                      </a:pPr>
                      <a:r>
                        <a:rPr sz="1400" b="0" i="0">
                          <a:solidFill>
                            <a:srgbClr val="262626"/>
                          </a:solidFill>
                          <a:latin typeface="Times New Roman"/>
                        </a:rPr>
                        <a:t>350</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FFFFFF"/>
                    </a:solidFill>
                  </a:tcPr>
                </a:tc>
                <a:extLst>
                  <a:ext uri="{0D108BD9-81ED-4DB2-BD59-A6C34878D82A}">
                    <a16:rowId xmlns:a16="http://schemas.microsoft.com/office/drawing/2014/main" val="10004"/>
                  </a:ext>
                </a:extLst>
              </a:tr>
              <a:tr h="329184">
                <a:tc>
                  <a:txBody>
                    <a:bodyPr/>
                    <a:lstStyle/>
                    <a:p>
                      <a:pPr marL="0" indent="0" algn="l">
                        <a:spcBef>
                          <a:spcPts val="0"/>
                        </a:spcBef>
                        <a:spcAft>
                          <a:spcPts val="0"/>
                        </a:spcAft>
                        <a:buNone/>
                      </a:pPr>
                      <a:r>
                        <a:rPr sz="1400" b="0" i="0">
                          <a:solidFill>
                            <a:srgbClr val="262626"/>
                          </a:solidFill>
                          <a:latin typeface="Times New Roman"/>
                        </a:rPr>
                        <a:t>Average rating μ  /  rated jobs n</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FFFFFF"/>
                    </a:solidFill>
                  </a:tcPr>
                </a:tc>
                <a:tc>
                  <a:txBody>
                    <a:bodyPr/>
                    <a:lstStyle/>
                    <a:p>
                      <a:pPr marL="0" indent="0" algn="ctr">
                        <a:spcBef>
                          <a:spcPts val="0"/>
                        </a:spcBef>
                        <a:spcAft>
                          <a:spcPts val="0"/>
                        </a:spcAft>
                        <a:buNone/>
                      </a:pPr>
                      <a:r>
                        <a:rPr sz="1400" b="0" i="0">
                          <a:solidFill>
                            <a:srgbClr val="262626"/>
                          </a:solidFill>
                          <a:latin typeface="Times New Roman"/>
                        </a:rPr>
                        <a:t>0.90 / 30</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FFFFFF"/>
                    </a:solidFill>
                  </a:tcPr>
                </a:tc>
                <a:tc>
                  <a:txBody>
                    <a:bodyPr/>
                    <a:lstStyle/>
                    <a:p>
                      <a:pPr marL="0" indent="0" algn="ctr">
                        <a:spcBef>
                          <a:spcPts val="0"/>
                        </a:spcBef>
                        <a:spcAft>
                          <a:spcPts val="0"/>
                        </a:spcAft>
                        <a:buNone/>
                      </a:pPr>
                      <a:r>
                        <a:rPr sz="1400" b="0" i="0">
                          <a:solidFill>
                            <a:srgbClr val="262626"/>
                          </a:solidFill>
                          <a:latin typeface="Times New Roman"/>
                        </a:rPr>
                        <a:t>0.80 / 20</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FFFFFF"/>
                    </a:solidFill>
                  </a:tcPr>
                </a:tc>
                <a:tc>
                  <a:txBody>
                    <a:bodyPr/>
                    <a:lstStyle/>
                    <a:p>
                      <a:pPr marL="0" indent="0" algn="ctr">
                        <a:spcBef>
                          <a:spcPts val="0"/>
                        </a:spcBef>
                        <a:spcAft>
                          <a:spcPts val="0"/>
                        </a:spcAft>
                        <a:buNone/>
                      </a:pPr>
                      <a:r>
                        <a:rPr sz="1400" b="0" i="0">
                          <a:solidFill>
                            <a:srgbClr val="262626"/>
                          </a:solidFill>
                          <a:latin typeface="Times New Roman"/>
                        </a:rPr>
                        <a:t>0.70 / 3</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FFFFFF"/>
                    </a:solidFill>
                  </a:tcPr>
                </a:tc>
                <a:extLst>
                  <a:ext uri="{0D108BD9-81ED-4DB2-BD59-A6C34878D82A}">
                    <a16:rowId xmlns:a16="http://schemas.microsoft.com/office/drawing/2014/main" val="10005"/>
                  </a:ext>
                </a:extLst>
              </a:tr>
              <a:tr h="329184">
                <a:tc>
                  <a:txBody>
                    <a:bodyPr/>
                    <a:lstStyle/>
                    <a:p>
                      <a:pPr marL="0" indent="0" algn="l">
                        <a:spcBef>
                          <a:spcPts val="0"/>
                        </a:spcBef>
                        <a:spcAft>
                          <a:spcPts val="0"/>
                        </a:spcAft>
                        <a:buNone/>
                      </a:pPr>
                      <a:r>
                        <a:rPr sz="1400" b="0" i="0">
                          <a:solidFill>
                            <a:srgbClr val="262626"/>
                          </a:solidFill>
                          <a:latin typeface="Times New Roman"/>
                        </a:rPr>
                        <a:t>Proximity p = 1 − d/10</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FFFFFF"/>
                    </a:solidFill>
                  </a:tcPr>
                </a:tc>
                <a:tc>
                  <a:txBody>
                    <a:bodyPr/>
                    <a:lstStyle/>
                    <a:p>
                      <a:pPr marL="0" indent="0" algn="ctr">
                        <a:spcBef>
                          <a:spcPts val="0"/>
                        </a:spcBef>
                        <a:spcAft>
                          <a:spcPts val="0"/>
                        </a:spcAft>
                        <a:buNone/>
                      </a:pPr>
                      <a:r>
                        <a:rPr sz="1400" b="0" i="0">
                          <a:solidFill>
                            <a:srgbClr val="262626"/>
                          </a:solidFill>
                          <a:latin typeface="Times New Roman"/>
                        </a:rPr>
                        <a:t>0.850</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FFFFFF"/>
                    </a:solidFill>
                  </a:tcPr>
                </a:tc>
                <a:tc>
                  <a:txBody>
                    <a:bodyPr/>
                    <a:lstStyle/>
                    <a:p>
                      <a:pPr marL="0" indent="0" algn="ctr">
                        <a:spcBef>
                          <a:spcPts val="0"/>
                        </a:spcBef>
                        <a:spcAft>
                          <a:spcPts val="0"/>
                        </a:spcAft>
                        <a:buNone/>
                      </a:pPr>
                      <a:r>
                        <a:rPr sz="1400" b="0" i="0">
                          <a:solidFill>
                            <a:srgbClr val="262626"/>
                          </a:solidFill>
                          <a:latin typeface="Times New Roman"/>
                        </a:rPr>
                        <a:t>0.920</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FFFFFF"/>
                    </a:solidFill>
                  </a:tcPr>
                </a:tc>
                <a:tc>
                  <a:txBody>
                    <a:bodyPr/>
                    <a:lstStyle/>
                    <a:p>
                      <a:pPr marL="0" indent="0" algn="ctr">
                        <a:spcBef>
                          <a:spcPts val="0"/>
                        </a:spcBef>
                        <a:spcAft>
                          <a:spcPts val="0"/>
                        </a:spcAft>
                        <a:buNone/>
                      </a:pPr>
                      <a:r>
                        <a:rPr sz="1400" b="0" i="0">
                          <a:solidFill>
                            <a:srgbClr val="262626"/>
                          </a:solidFill>
                          <a:latin typeface="Times New Roman"/>
                        </a:rPr>
                        <a:t>0.700</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FFFFFF"/>
                    </a:solidFill>
                  </a:tcPr>
                </a:tc>
                <a:extLst>
                  <a:ext uri="{0D108BD9-81ED-4DB2-BD59-A6C34878D82A}">
                    <a16:rowId xmlns:a16="http://schemas.microsoft.com/office/drawing/2014/main" val="10006"/>
                  </a:ext>
                </a:extLst>
              </a:tr>
              <a:tr h="329184">
                <a:tc>
                  <a:txBody>
                    <a:bodyPr/>
                    <a:lstStyle/>
                    <a:p>
                      <a:pPr marL="0" indent="0" algn="l">
                        <a:spcBef>
                          <a:spcPts val="0"/>
                        </a:spcBef>
                        <a:spcAft>
                          <a:spcPts val="0"/>
                        </a:spcAft>
                        <a:buNone/>
                      </a:pPr>
                      <a:r>
                        <a:rPr sz="1400" b="0" i="0">
                          <a:solidFill>
                            <a:srgbClr val="262626"/>
                          </a:solidFill>
                          <a:latin typeface="Times New Roman"/>
                        </a:rPr>
                        <a:t>Time value t = 1 − T/60</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FFFFFF"/>
                    </a:solidFill>
                  </a:tcPr>
                </a:tc>
                <a:tc>
                  <a:txBody>
                    <a:bodyPr/>
                    <a:lstStyle/>
                    <a:p>
                      <a:pPr marL="0" indent="0" algn="ctr">
                        <a:spcBef>
                          <a:spcPts val="0"/>
                        </a:spcBef>
                        <a:spcAft>
                          <a:spcPts val="0"/>
                        </a:spcAft>
                        <a:buNone/>
                      </a:pPr>
                      <a:r>
                        <a:rPr sz="1400" b="0" i="0">
                          <a:solidFill>
                            <a:srgbClr val="262626"/>
                          </a:solidFill>
                          <a:latin typeface="Times New Roman"/>
                        </a:rPr>
                        <a:t>0.750</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FFFFFF"/>
                    </a:solidFill>
                  </a:tcPr>
                </a:tc>
                <a:tc>
                  <a:txBody>
                    <a:bodyPr/>
                    <a:lstStyle/>
                    <a:p>
                      <a:pPr marL="0" indent="0" algn="ctr">
                        <a:spcBef>
                          <a:spcPts val="0"/>
                        </a:spcBef>
                        <a:spcAft>
                          <a:spcPts val="0"/>
                        </a:spcAft>
                        <a:buNone/>
                      </a:pPr>
                      <a:r>
                        <a:rPr sz="1400" b="0" i="0">
                          <a:solidFill>
                            <a:srgbClr val="262626"/>
                          </a:solidFill>
                          <a:latin typeface="Times New Roman"/>
                        </a:rPr>
                        <a:t>0.583</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FFFFFF"/>
                    </a:solidFill>
                  </a:tcPr>
                </a:tc>
                <a:tc>
                  <a:txBody>
                    <a:bodyPr/>
                    <a:lstStyle/>
                    <a:p>
                      <a:pPr marL="0" indent="0" algn="ctr">
                        <a:spcBef>
                          <a:spcPts val="0"/>
                        </a:spcBef>
                        <a:spcAft>
                          <a:spcPts val="0"/>
                        </a:spcAft>
                        <a:buNone/>
                      </a:pPr>
                      <a:r>
                        <a:rPr sz="1400" b="0" i="0">
                          <a:solidFill>
                            <a:srgbClr val="262626"/>
                          </a:solidFill>
                          <a:latin typeface="Times New Roman"/>
                        </a:rPr>
                        <a:t>0.833</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FFFFFF"/>
                    </a:solidFill>
                  </a:tcPr>
                </a:tc>
                <a:extLst>
                  <a:ext uri="{0D108BD9-81ED-4DB2-BD59-A6C34878D82A}">
                    <a16:rowId xmlns:a16="http://schemas.microsoft.com/office/drawing/2014/main" val="10007"/>
                  </a:ext>
                </a:extLst>
              </a:tr>
              <a:tr h="329184">
                <a:tc>
                  <a:txBody>
                    <a:bodyPr/>
                    <a:lstStyle/>
                    <a:p>
                      <a:pPr marL="0" indent="0" algn="l">
                        <a:spcBef>
                          <a:spcPts val="0"/>
                        </a:spcBef>
                        <a:spcAft>
                          <a:spcPts val="0"/>
                        </a:spcAft>
                        <a:buNone/>
                      </a:pPr>
                      <a:r>
                        <a:rPr sz="1400" b="0" i="0">
                          <a:solidFill>
                            <a:srgbClr val="262626"/>
                          </a:solidFill>
                          <a:latin typeface="Times New Roman"/>
                        </a:rPr>
                        <a:t>Cost value c = 1 − K/800</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FFFFFF"/>
                    </a:solidFill>
                  </a:tcPr>
                </a:tc>
                <a:tc>
                  <a:txBody>
                    <a:bodyPr/>
                    <a:lstStyle/>
                    <a:p>
                      <a:pPr marL="0" indent="0" algn="ctr">
                        <a:spcBef>
                          <a:spcPts val="0"/>
                        </a:spcBef>
                        <a:spcAft>
                          <a:spcPts val="0"/>
                        </a:spcAft>
                        <a:buNone/>
                      </a:pPr>
                      <a:r>
                        <a:rPr sz="1400" b="0" i="0">
                          <a:solidFill>
                            <a:srgbClr val="262626"/>
                          </a:solidFill>
                          <a:latin typeface="Times New Roman"/>
                        </a:rPr>
                        <a:t>0.375</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FFFFFF"/>
                    </a:solidFill>
                  </a:tcPr>
                </a:tc>
                <a:tc>
                  <a:txBody>
                    <a:bodyPr/>
                    <a:lstStyle/>
                    <a:p>
                      <a:pPr marL="0" indent="0" algn="ctr">
                        <a:spcBef>
                          <a:spcPts val="0"/>
                        </a:spcBef>
                        <a:spcAft>
                          <a:spcPts val="0"/>
                        </a:spcAft>
                        <a:buNone/>
                      </a:pPr>
                      <a:r>
                        <a:rPr sz="1400" b="0" i="0">
                          <a:solidFill>
                            <a:srgbClr val="262626"/>
                          </a:solidFill>
                          <a:latin typeface="Times New Roman"/>
                        </a:rPr>
                        <a:t>0.500</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FFFFFF"/>
                    </a:solidFill>
                  </a:tcPr>
                </a:tc>
                <a:tc>
                  <a:txBody>
                    <a:bodyPr/>
                    <a:lstStyle/>
                    <a:p>
                      <a:pPr marL="0" indent="0" algn="ctr">
                        <a:spcBef>
                          <a:spcPts val="0"/>
                        </a:spcBef>
                        <a:spcAft>
                          <a:spcPts val="0"/>
                        </a:spcAft>
                        <a:buNone/>
                      </a:pPr>
                      <a:r>
                        <a:rPr sz="1400" b="0" i="0">
                          <a:solidFill>
                            <a:srgbClr val="262626"/>
                          </a:solidFill>
                          <a:latin typeface="Times New Roman"/>
                        </a:rPr>
                        <a:t>0.563</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FFFFFF"/>
                    </a:solidFill>
                  </a:tcPr>
                </a:tc>
                <a:extLst>
                  <a:ext uri="{0D108BD9-81ED-4DB2-BD59-A6C34878D82A}">
                    <a16:rowId xmlns:a16="http://schemas.microsoft.com/office/drawing/2014/main" val="10008"/>
                  </a:ext>
                </a:extLst>
              </a:tr>
              <a:tr h="329184">
                <a:tc>
                  <a:txBody>
                    <a:bodyPr/>
                    <a:lstStyle/>
                    <a:p>
                      <a:pPr marL="0" indent="0" algn="l">
                        <a:spcBef>
                          <a:spcPts val="0"/>
                        </a:spcBef>
                        <a:spcAft>
                          <a:spcPts val="0"/>
                        </a:spcAft>
                        <a:buNone/>
                      </a:pPr>
                      <a:r>
                        <a:rPr sz="1400" b="0" i="0">
                          <a:solidFill>
                            <a:srgbClr val="262626"/>
                          </a:solidFill>
                          <a:latin typeface="Times New Roman"/>
                        </a:rPr>
                        <a:t>Quality q (with exploration bonus)</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FFFFFF"/>
                    </a:solidFill>
                  </a:tcPr>
                </a:tc>
                <a:tc>
                  <a:txBody>
                    <a:bodyPr/>
                    <a:lstStyle/>
                    <a:p>
                      <a:pPr marL="0" indent="0" algn="ctr">
                        <a:spcBef>
                          <a:spcPts val="0"/>
                        </a:spcBef>
                        <a:spcAft>
                          <a:spcPts val="0"/>
                        </a:spcAft>
                        <a:buNone/>
                      </a:pPr>
                      <a:r>
                        <a:rPr sz="1400" b="0" i="0">
                          <a:solidFill>
                            <a:srgbClr val="262626"/>
                          </a:solidFill>
                          <a:latin typeface="Times New Roman"/>
                        </a:rPr>
                        <a:t>0.937</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FFFFFF"/>
                    </a:solidFill>
                  </a:tcPr>
                </a:tc>
                <a:tc>
                  <a:txBody>
                    <a:bodyPr/>
                    <a:lstStyle/>
                    <a:p>
                      <a:pPr marL="0" indent="0" algn="ctr">
                        <a:spcBef>
                          <a:spcPts val="0"/>
                        </a:spcBef>
                        <a:spcAft>
                          <a:spcPts val="0"/>
                        </a:spcAft>
                        <a:buNone/>
                      </a:pPr>
                      <a:r>
                        <a:rPr sz="1400" b="0" i="0">
                          <a:solidFill>
                            <a:srgbClr val="262626"/>
                          </a:solidFill>
                          <a:latin typeface="Times New Roman"/>
                        </a:rPr>
                        <a:t>0.845</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FFFFFF"/>
                    </a:solidFill>
                  </a:tcPr>
                </a:tc>
                <a:tc>
                  <a:txBody>
                    <a:bodyPr/>
                    <a:lstStyle/>
                    <a:p>
                      <a:pPr marL="0" indent="0" algn="ctr">
                        <a:spcBef>
                          <a:spcPts val="0"/>
                        </a:spcBef>
                        <a:spcAft>
                          <a:spcPts val="0"/>
                        </a:spcAft>
                        <a:buNone/>
                      </a:pPr>
                      <a:r>
                        <a:rPr sz="1400" b="0" i="0">
                          <a:solidFill>
                            <a:srgbClr val="262626"/>
                          </a:solidFill>
                          <a:latin typeface="Times New Roman"/>
                        </a:rPr>
                        <a:t>0.817</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FFFFFF"/>
                    </a:solidFill>
                  </a:tcPr>
                </a:tc>
                <a:extLst>
                  <a:ext uri="{0D108BD9-81ED-4DB2-BD59-A6C34878D82A}">
                    <a16:rowId xmlns:a16="http://schemas.microsoft.com/office/drawing/2014/main" val="10009"/>
                  </a:ext>
                </a:extLst>
              </a:tr>
              <a:tr h="329184">
                <a:tc>
                  <a:txBody>
                    <a:bodyPr/>
                    <a:lstStyle/>
                    <a:p>
                      <a:pPr marL="0" indent="0" algn="l">
                        <a:spcBef>
                          <a:spcPts val="0"/>
                        </a:spcBef>
                        <a:spcAft>
                          <a:spcPts val="0"/>
                        </a:spcAft>
                        <a:buNone/>
                      </a:pPr>
                      <a:r>
                        <a:rPr sz="1400" b="1" i="0">
                          <a:solidFill>
                            <a:srgbClr val="262626"/>
                          </a:solidFill>
                          <a:latin typeface="Times New Roman"/>
                        </a:rPr>
                        <a:t>Score</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FFFFFF"/>
                    </a:solidFill>
                  </a:tcPr>
                </a:tc>
                <a:tc>
                  <a:txBody>
                    <a:bodyPr/>
                    <a:lstStyle/>
                    <a:p>
                      <a:pPr marL="0" indent="0" algn="ctr">
                        <a:spcBef>
                          <a:spcPts val="0"/>
                        </a:spcBef>
                        <a:spcAft>
                          <a:spcPts val="0"/>
                        </a:spcAft>
                        <a:buNone/>
                      </a:pPr>
                      <a:r>
                        <a:rPr sz="1400" b="1" i="0">
                          <a:solidFill>
                            <a:srgbClr val="262626"/>
                          </a:solidFill>
                          <a:latin typeface="Times New Roman"/>
                        </a:rPr>
                        <a:t>0.850</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FFFFFF"/>
                    </a:solidFill>
                  </a:tcPr>
                </a:tc>
                <a:tc>
                  <a:txBody>
                    <a:bodyPr/>
                    <a:lstStyle/>
                    <a:p>
                      <a:pPr marL="0" indent="0" algn="ctr">
                        <a:spcBef>
                          <a:spcPts val="0"/>
                        </a:spcBef>
                        <a:spcAft>
                          <a:spcPts val="0"/>
                        </a:spcAft>
                        <a:buNone/>
                      </a:pPr>
                      <a:r>
                        <a:rPr sz="1400" b="1" i="0">
                          <a:solidFill>
                            <a:srgbClr val="262626"/>
                          </a:solidFill>
                          <a:latin typeface="Times New Roman"/>
                        </a:rPr>
                        <a:t>0.837</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FFFFFF"/>
                    </a:solidFill>
                  </a:tcPr>
                </a:tc>
                <a:tc>
                  <a:txBody>
                    <a:bodyPr/>
                    <a:lstStyle/>
                    <a:p>
                      <a:pPr marL="0" indent="0" algn="ctr">
                        <a:spcBef>
                          <a:spcPts val="0"/>
                        </a:spcBef>
                        <a:spcAft>
                          <a:spcPts val="0"/>
                        </a:spcAft>
                        <a:buNone/>
                      </a:pPr>
                      <a:r>
                        <a:rPr sz="1400" b="1" i="0">
                          <a:solidFill>
                            <a:srgbClr val="262626"/>
                          </a:solidFill>
                          <a:latin typeface="Times New Roman"/>
                        </a:rPr>
                        <a:t>0.700</a:t>
                      </a:r>
                    </a:p>
                  </a:txBody>
                  <a:tcPr marL="64008" marR="64008" marT="27432" marB="27432" anchor="ctr">
                    <a:lnL w="9525" cap="flat" cmpd="sng">
                      <a:solidFill>
                        <a:srgbClr val="A6A6A6"/>
                      </a:solidFill>
                      <a:prstDash val="solid"/>
                    </a:lnL>
                    <a:lnR w="9525" cap="flat" cmpd="sng">
                      <a:solidFill>
                        <a:srgbClr val="A6A6A6"/>
                      </a:solidFill>
                      <a:prstDash val="solid"/>
                    </a:lnR>
                    <a:lnT w="9525" cap="flat" cmpd="sng">
                      <a:solidFill>
                        <a:srgbClr val="A6A6A6"/>
                      </a:solidFill>
                      <a:prstDash val="solid"/>
                    </a:lnT>
                    <a:lnB w="9525" cap="flat" cmpd="sng">
                      <a:solidFill>
                        <a:srgbClr val="A6A6A6"/>
                      </a:solidFill>
                      <a:prstDash val="solid"/>
                    </a:lnB>
                    <a:solidFill>
                      <a:srgbClr val="FFFFFF"/>
                    </a:solidFill>
                  </a:tcPr>
                </a:tc>
                <a:extLst>
                  <a:ext uri="{0D108BD9-81ED-4DB2-BD59-A6C34878D82A}">
                    <a16:rowId xmlns:a16="http://schemas.microsoft.com/office/drawing/2014/main" val="10010"/>
                  </a:ext>
                </a:extLst>
              </a:tr>
            </a:tbl>
          </a:graphicData>
        </a:graphic>
      </p:graphicFrame>
      <p:sp>
        <p:nvSpPr>
          <p:cNvPr id="9" name="TextBox 8"/>
          <p:cNvSpPr txBox="1"/>
          <p:nvPr/>
        </p:nvSpPr>
        <p:spPr>
          <a:xfrm>
            <a:off x="502920" y="5440680"/>
            <a:ext cx="8138160" cy="731520"/>
          </a:xfrm>
          <a:prstGeom prst="rect">
            <a:avLst/>
          </a:prstGeom>
          <a:noFill/>
        </p:spPr>
        <p:txBody>
          <a:bodyPr wrap="square" lIns="45720" tIns="27432" rIns="45720" bIns="27432" anchor="t">
            <a:spAutoFit/>
          </a:bodyPr>
          <a:lstStyle/>
          <a:p>
            <a:pPr marL="0" indent="0">
              <a:spcBef>
                <a:spcPts val="0"/>
              </a:spcBef>
              <a:spcAft>
                <a:spcPts val="300"/>
              </a:spcAft>
              <a:buNone/>
            </a:pPr>
            <a:r>
              <a:rPr sz="1400" b="1" i="0">
                <a:solidFill>
                  <a:srgbClr val="262626"/>
                </a:solidFill>
                <a:latin typeface="Times New Roman"/>
              </a:rPr>
              <a:t>Score(A) = </a:t>
            </a:r>
            <a:r>
              <a:rPr sz="1400" b="0" i="0">
                <a:solidFill>
                  <a:srgbClr val="262626"/>
                </a:solidFill>
                <a:latin typeface="Times New Roman"/>
              </a:rPr>
              <a:t>0.30(1.00) + 0.25(0.850) + 0.20(0.937) + 0.15(0.750) + 0.10(0.375) = 0.850</a:t>
            </a:r>
          </a:p>
          <a:p>
            <a:pPr marL="0" indent="0">
              <a:spcBef>
                <a:spcPts val="0"/>
              </a:spcBef>
              <a:spcAft>
                <a:spcPts val="0"/>
              </a:spcAft>
              <a:buNone/>
            </a:pPr>
            <a:r>
              <a:rPr sz="1400" b="1" i="0">
                <a:solidFill>
                  <a:srgbClr val="262626"/>
                </a:solidFill>
                <a:latin typeface="Times New Roman"/>
              </a:rPr>
              <a:t>Result: </a:t>
            </a:r>
            <a:r>
              <a:rPr sz="1400" b="0" i="0">
                <a:solidFill>
                  <a:srgbClr val="262626"/>
                </a:solidFill>
                <a:latin typeface="Times New Roman"/>
              </a:rPr>
              <a:t>A is recommended, B is the first alternative, C is last. If A is rated 0.80, n = 31 and μ = 0.90 + (0.80 − 0.90)/31 = 0.897.</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622;p31"/>
          <p:cNvSpPr txBox="1">
            <a:spLocks noGrp="1"/>
          </p:cNvSpPr>
          <p:nvPr>
            <p:ph type="title"/>
          </p:nvPr>
        </p:nvSpPr>
        <p:spPr>
          <a:xfrm>
            <a:off x="502920" y="274320"/>
            <a:ext cx="8138160" cy="804672"/>
          </a:xfrm>
          <a:prstGeom prst="rect">
            <a:avLst/>
          </a:prstGeom>
          <a:noFill/>
          <a:ln>
            <a:noFill/>
          </a:ln>
        </p:spPr>
        <p:txBody>
          <a:bodyPr spcFirstLastPara="1" wrap="square" lIns="91425" tIns="45700" rIns="91425" bIns="91425" anchor="b" anchorCtr="0">
            <a:noAutofit/>
          </a:bodyPr>
          <a:lstStyle/>
          <a:p>
            <a:pPr marL="0" lvl="0" indent="0" algn="l" rtl="0">
              <a:lnSpc>
                <a:spcPct val="100000"/>
              </a:lnSpc>
              <a:spcBef>
                <a:spcPts val="0"/>
              </a:spcBef>
              <a:spcAft>
                <a:spcPts val="0"/>
              </a:spcAft>
              <a:buSzPts val="1400"/>
              <a:buNone/>
            </a:pPr>
            <a:r>
              <a:rPr lang="en-US" sz="2400" b="1"/>
              <a:t>Advantages and Limitations</a:t>
            </a:r>
            <a:endParaRPr/>
          </a:p>
        </p:txBody>
      </p:sp>
      <p:sp>
        <p:nvSpPr>
          <p:cNvPr id="5" name="Google Shape;624;p31"/>
          <p:cNvSpPr/>
          <p:nvPr/>
        </p:nvSpPr>
        <p:spPr>
          <a:xfrm>
            <a:off x="7845552" y="6096000"/>
            <a:ext cx="841248" cy="457200"/>
          </a:xfrm>
          <a:prstGeom prst="ellipse">
            <a:avLst/>
          </a:prstGeom>
          <a:solidFill>
            <a:schemeClr val="accent1"/>
          </a:solidFill>
          <a:ln>
            <a:noFill/>
          </a:ln>
        </p:spPr>
        <p:txBody>
          <a:bodyPr spcFirstLastPara="1" wrap="square" lIns="0" tIns="0" rIns="0" bIns="0" anchor="ctr" anchorCtr="1">
            <a:noAutofit/>
          </a:bodyPr>
          <a:lstStyle/>
          <a:p>
            <a:pPr marL="0" marR="0" lvl="0" indent="0" algn="ctr" rtl="0">
              <a:lnSpc>
                <a:spcPct val="100000"/>
              </a:lnSpc>
              <a:spcBef>
                <a:spcPts val="0"/>
              </a:spcBef>
              <a:spcAft>
                <a:spcPts val="0"/>
              </a:spcAft>
              <a:buClr>
                <a:srgbClr val="FFFFFF"/>
              </a:buClr>
              <a:buSzPts val="1400"/>
              <a:buFont typeface="Libre Franklin"/>
              <a:buNone/>
            </a:pPr>
            <a:fld id="{00000000-1234-1234-1234-123412341234}" type="slidenum">
              <a:rPr lang="en-US" sz="1400" b="0" i="0" u="none" strike="noStrike" cap="none">
                <a:solidFill>
                  <a:srgbClr val="FFFFFF"/>
                </a:solidFill>
                <a:latin typeface="Libre Franklin"/>
                <a:ea typeface="Libre Franklin"/>
                <a:cs typeface="Libre Franklin"/>
                <a:sym typeface="Libre Franklin"/>
              </a:rPr>
              <a:t>15</a:t>
            </a:fld>
            <a:r>
              <a:rPr lang="en-US" sz="1400" b="0" i="0" u="none" strike="noStrike" cap="none">
                <a:solidFill>
                  <a:srgbClr val="FFFFFF"/>
                </a:solidFill>
                <a:latin typeface="Libre Franklin"/>
                <a:ea typeface="Libre Franklin"/>
                <a:cs typeface="Libre Franklin"/>
                <a:sym typeface="Libre Franklin"/>
              </a:rPr>
              <a:t>/17</a:t>
            </a:r>
            <a:endParaRPr sz="1400" b="0" i="0" u="none" strike="noStrike" cap="none">
              <a:solidFill>
                <a:srgbClr val="000000"/>
              </a:solidFill>
              <a:latin typeface="Arial"/>
              <a:ea typeface="Arial"/>
              <a:cs typeface="Arial"/>
              <a:sym typeface="Arial"/>
            </a:endParaRPr>
          </a:p>
        </p:txBody>
      </p:sp>
      <p:sp>
        <p:nvSpPr>
          <p:cNvPr id="6" name="Google Shape;625;p31"/>
          <p:cNvSpPr txBox="1"/>
          <p:nvPr/>
        </p:nvSpPr>
        <p:spPr>
          <a:xfrm>
            <a:off x="5389880" y="6355080"/>
            <a:ext cx="3962400" cy="457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2"/>
              </a:buClr>
              <a:buSzPts val="1400"/>
              <a:buFont typeface="Libre Baskerville"/>
              <a:buNone/>
            </a:pPr>
            <a:r>
              <a:rPr lang="en-US" sz="1400" b="0" i="0" u="none" strike="noStrike" cap="none" dirty="0">
                <a:solidFill>
                  <a:schemeClr val="dk2"/>
                </a:solidFill>
                <a:latin typeface="Times New Roman" panose="02020603050405020304" pitchFamily="18" charset="0"/>
                <a:ea typeface="Libre Baskerville"/>
                <a:cs typeface="Times New Roman" panose="02020603050405020304" pitchFamily="18" charset="0"/>
                <a:sym typeface="Libre Baskerville"/>
              </a:rPr>
              <a:t>AI-Powered Smart Worker Finder</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7" name="Advantages box"/>
          <p:cNvSpPr/>
          <p:nvPr/>
        </p:nvSpPr>
        <p:spPr>
          <a:xfrm>
            <a:off x="502920" y="1280160"/>
            <a:ext cx="3931920" cy="4526280"/>
          </a:xfrm>
          <a:prstGeom prst="rect">
            <a:avLst/>
          </a:prstGeom>
          <a:noFill/>
          <a:ln w="12700">
            <a:solidFill>
              <a:srgbClr val="A6A6A6"/>
            </a:solidFill>
          </a:ln>
        </p:spPr>
        <p:txBody>
          <a:bodyPr rtlCol="0" anchor="ctr"/>
          <a:lstStyle/>
          <a:p>
            <a:pPr algn="ctr"/>
            <a:endParaRPr/>
          </a:p>
        </p:txBody>
      </p:sp>
      <p:sp>
        <p:nvSpPr>
          <p:cNvPr id="8" name="Limitations box"/>
          <p:cNvSpPr/>
          <p:nvPr/>
        </p:nvSpPr>
        <p:spPr>
          <a:xfrm>
            <a:off x="4709160" y="1280160"/>
            <a:ext cx="3931920" cy="4526280"/>
          </a:xfrm>
          <a:prstGeom prst="rect">
            <a:avLst/>
          </a:prstGeom>
          <a:noFill/>
          <a:ln w="12700">
            <a:solidFill>
              <a:srgbClr val="A6A6A6"/>
            </a:solidFill>
          </a:ln>
        </p:spPr>
        <p:txBody>
          <a:bodyPr rtlCol="0" anchor="ctr"/>
          <a:lstStyle/>
          <a:p>
            <a:pPr algn="ctr"/>
            <a:endParaRPr/>
          </a:p>
        </p:txBody>
      </p:sp>
      <p:sp>
        <p:nvSpPr>
          <p:cNvPr id="9" name="TextBox 8"/>
          <p:cNvSpPr txBox="1"/>
          <p:nvPr/>
        </p:nvSpPr>
        <p:spPr>
          <a:xfrm>
            <a:off x="640080" y="1325880"/>
            <a:ext cx="3657600" cy="365760"/>
          </a:xfrm>
          <a:prstGeom prst="rect">
            <a:avLst/>
          </a:prstGeom>
          <a:noFill/>
        </p:spPr>
        <p:txBody>
          <a:bodyPr wrap="square" lIns="45720" tIns="27432" rIns="45720" bIns="27432" anchor="ctr">
            <a:spAutoFit/>
          </a:bodyPr>
          <a:lstStyle/>
          <a:p>
            <a:pPr marL="0" indent="0">
              <a:spcBef>
                <a:spcPts val="0"/>
              </a:spcBef>
              <a:spcAft>
                <a:spcPts val="0"/>
              </a:spcAft>
              <a:buNone/>
            </a:pPr>
            <a:r>
              <a:rPr sz="1800" b="1" i="0">
                <a:solidFill>
                  <a:srgbClr val="D34817"/>
                </a:solidFill>
                <a:latin typeface="Times New Roman"/>
              </a:rPr>
              <a:t>Advantages</a:t>
            </a:r>
          </a:p>
        </p:txBody>
      </p:sp>
      <p:sp>
        <p:nvSpPr>
          <p:cNvPr id="10" name="TextBox 9"/>
          <p:cNvSpPr txBox="1"/>
          <p:nvPr/>
        </p:nvSpPr>
        <p:spPr>
          <a:xfrm>
            <a:off x="640080" y="1783080"/>
            <a:ext cx="3657600" cy="3931920"/>
          </a:xfrm>
          <a:prstGeom prst="rect">
            <a:avLst/>
          </a:prstGeom>
          <a:noFill/>
        </p:spPr>
        <p:txBody>
          <a:bodyPr wrap="square" lIns="45720" tIns="27432" rIns="45720" bIns="27432" anchor="t">
            <a:spAutoFit/>
          </a:bodyPr>
          <a:lstStyle/>
          <a:p>
            <a:pPr marL="228600" indent="-228600">
              <a:spcBef>
                <a:spcPts val="0"/>
              </a:spcBef>
              <a:spcAft>
                <a:spcPts val="700"/>
              </a:spcAft>
              <a:buFont typeface="Arial"/>
              <a:buChar char="•"/>
            </a:pPr>
            <a:r>
              <a:rPr sz="1600" b="1" i="0">
                <a:solidFill>
                  <a:srgbClr val="262626"/>
                </a:solidFill>
                <a:latin typeface="Times New Roman"/>
              </a:rPr>
              <a:t>Less waiting time: </a:t>
            </a:r>
            <a:r>
              <a:rPr sz="1600" b="0" i="0">
                <a:solidFill>
                  <a:srgbClr val="262626"/>
                </a:solidFill>
                <a:latin typeface="Times New Roman"/>
              </a:rPr>
              <a:t>only nearby, available workers are considered</a:t>
            </a:r>
          </a:p>
          <a:p>
            <a:pPr marL="228600" indent="-228600">
              <a:spcBef>
                <a:spcPts val="0"/>
              </a:spcBef>
              <a:spcAft>
                <a:spcPts val="700"/>
              </a:spcAft>
              <a:buFont typeface="Arial"/>
              <a:buChar char="•"/>
            </a:pPr>
            <a:r>
              <a:rPr sz="1600" b="1" i="0">
                <a:solidFill>
                  <a:srgbClr val="262626"/>
                </a:solidFill>
                <a:latin typeface="Times New Roman"/>
              </a:rPr>
              <a:t>Better match: </a:t>
            </a:r>
            <a:r>
              <a:rPr sz="1600" b="0" i="0">
                <a:solidFill>
                  <a:srgbClr val="262626"/>
                </a:solidFill>
                <a:latin typeface="Times New Roman"/>
              </a:rPr>
              <a:t>problem text is read and skill match is scored</a:t>
            </a:r>
          </a:p>
          <a:p>
            <a:pPr marL="228600" indent="-228600">
              <a:spcBef>
                <a:spcPts val="0"/>
              </a:spcBef>
              <a:spcAft>
                <a:spcPts val="700"/>
              </a:spcAft>
              <a:buFont typeface="Arial"/>
              <a:buChar char="•"/>
            </a:pPr>
            <a:r>
              <a:rPr sz="1600" b="1" i="0">
                <a:solidFill>
                  <a:srgbClr val="262626"/>
                </a:solidFill>
                <a:latin typeface="Times New Roman"/>
              </a:rPr>
              <a:t>Balanced decision: </a:t>
            </a:r>
            <a:r>
              <a:rPr sz="1600" b="0" i="0">
                <a:solidFill>
                  <a:srgbClr val="262626"/>
                </a:solidFill>
                <a:latin typeface="Times New Roman"/>
              </a:rPr>
              <a:t>no single factor decides</a:t>
            </a:r>
          </a:p>
          <a:p>
            <a:pPr marL="228600" indent="-228600">
              <a:spcBef>
                <a:spcPts val="0"/>
              </a:spcBef>
              <a:spcAft>
                <a:spcPts val="700"/>
              </a:spcAft>
              <a:buFont typeface="Arial"/>
              <a:buChar char="•"/>
            </a:pPr>
            <a:r>
              <a:rPr sz="1600" b="1" i="0">
                <a:solidFill>
                  <a:srgbClr val="262626"/>
                </a:solidFill>
                <a:latin typeface="Times New Roman"/>
              </a:rPr>
              <a:t>Learning from feedback: </a:t>
            </a:r>
            <a:r>
              <a:rPr sz="1600" b="0" i="0">
                <a:solidFill>
                  <a:srgbClr val="262626"/>
                </a:solidFill>
                <a:latin typeface="Times New Roman"/>
              </a:rPr>
              <a:t>quality estimate improves with every rated job</a:t>
            </a:r>
          </a:p>
          <a:p>
            <a:pPr marL="228600" indent="-228600">
              <a:spcBef>
                <a:spcPts val="0"/>
              </a:spcBef>
              <a:spcAft>
                <a:spcPts val="700"/>
              </a:spcAft>
              <a:buFont typeface="Arial"/>
              <a:buChar char="•"/>
            </a:pPr>
            <a:r>
              <a:rPr sz="1600" b="1" i="0">
                <a:solidFill>
                  <a:srgbClr val="262626"/>
                </a:solidFill>
                <a:latin typeface="Times New Roman"/>
              </a:rPr>
              <a:t>Fair chance for new workers: </a:t>
            </a:r>
            <a:r>
              <a:rPr sz="1600" b="0" i="0">
                <a:solidFill>
                  <a:srgbClr val="262626"/>
                </a:solidFill>
                <a:latin typeface="Times New Roman"/>
              </a:rPr>
              <a:t>exploration bonus</a:t>
            </a:r>
          </a:p>
          <a:p>
            <a:pPr marL="228600" indent="-228600">
              <a:spcBef>
                <a:spcPts val="0"/>
              </a:spcBef>
              <a:spcAft>
                <a:spcPts val="0"/>
              </a:spcAft>
              <a:buFont typeface="Arial"/>
              <a:buChar char="•"/>
            </a:pPr>
            <a:r>
              <a:rPr sz="1600" b="1" i="0">
                <a:solidFill>
                  <a:srgbClr val="262626"/>
                </a:solidFill>
                <a:latin typeface="Times New Roman"/>
              </a:rPr>
              <a:t>Better use of workers: </a:t>
            </a:r>
            <a:r>
              <a:rPr sz="1600" b="0" i="0">
                <a:solidFill>
                  <a:srgbClr val="262626"/>
                </a:solidFill>
                <a:latin typeface="Times New Roman"/>
              </a:rPr>
              <a:t>less idle time and travel</a:t>
            </a:r>
          </a:p>
        </p:txBody>
      </p:sp>
      <p:sp>
        <p:nvSpPr>
          <p:cNvPr id="11" name="TextBox 10"/>
          <p:cNvSpPr txBox="1"/>
          <p:nvPr/>
        </p:nvSpPr>
        <p:spPr>
          <a:xfrm>
            <a:off x="4846320" y="1325880"/>
            <a:ext cx="3657600" cy="365760"/>
          </a:xfrm>
          <a:prstGeom prst="rect">
            <a:avLst/>
          </a:prstGeom>
          <a:noFill/>
        </p:spPr>
        <p:txBody>
          <a:bodyPr wrap="square" lIns="45720" tIns="27432" rIns="45720" bIns="27432" anchor="ctr">
            <a:spAutoFit/>
          </a:bodyPr>
          <a:lstStyle/>
          <a:p>
            <a:pPr marL="0" indent="0">
              <a:spcBef>
                <a:spcPts val="0"/>
              </a:spcBef>
              <a:spcAft>
                <a:spcPts val="0"/>
              </a:spcAft>
              <a:buNone/>
            </a:pPr>
            <a:r>
              <a:rPr sz="1800" b="1" i="0">
                <a:solidFill>
                  <a:srgbClr val="D34817"/>
                </a:solidFill>
                <a:latin typeface="Times New Roman"/>
              </a:rPr>
              <a:t>Limitations</a:t>
            </a:r>
          </a:p>
        </p:txBody>
      </p:sp>
      <p:sp>
        <p:nvSpPr>
          <p:cNvPr id="12" name="TextBox 11"/>
          <p:cNvSpPr txBox="1"/>
          <p:nvPr/>
        </p:nvSpPr>
        <p:spPr>
          <a:xfrm>
            <a:off x="4846320" y="1783080"/>
            <a:ext cx="3657600" cy="3931920"/>
          </a:xfrm>
          <a:prstGeom prst="rect">
            <a:avLst/>
          </a:prstGeom>
          <a:noFill/>
        </p:spPr>
        <p:txBody>
          <a:bodyPr wrap="square" lIns="45720" tIns="27432" rIns="45720" bIns="27432" anchor="t">
            <a:spAutoFit/>
          </a:bodyPr>
          <a:lstStyle/>
          <a:p>
            <a:pPr marL="228600" indent="-228600">
              <a:spcBef>
                <a:spcPts val="0"/>
              </a:spcBef>
              <a:spcAft>
                <a:spcPts val="500"/>
              </a:spcAft>
              <a:buFont typeface="Arial"/>
              <a:buChar char="•"/>
            </a:pPr>
            <a:r>
              <a:rPr sz="1600" b="1" i="0">
                <a:solidFill>
                  <a:srgbClr val="262626"/>
                </a:solidFill>
                <a:latin typeface="Times New Roman"/>
              </a:rPr>
              <a:t>Correct data needed: </a:t>
            </a:r>
            <a:r>
              <a:rPr sz="1600" b="0" i="0">
                <a:solidFill>
                  <a:srgbClr val="262626"/>
                </a:solidFill>
                <a:latin typeface="Times New Roman"/>
              </a:rPr>
              <a:t>wrong location or skill gives a poor result</a:t>
            </a:r>
          </a:p>
          <a:p>
            <a:pPr marL="228600" indent="-228600">
              <a:spcBef>
                <a:spcPts val="0"/>
              </a:spcBef>
              <a:spcAft>
                <a:spcPts val="500"/>
              </a:spcAft>
              <a:buFont typeface="Arial"/>
              <a:buChar char="•"/>
            </a:pPr>
            <a:r>
              <a:rPr sz="1600" b="1" i="0">
                <a:solidFill>
                  <a:srgbClr val="262626"/>
                </a:solidFill>
                <a:latin typeface="Times New Roman"/>
              </a:rPr>
              <a:t>Cold start: </a:t>
            </a:r>
            <a:r>
              <a:rPr sz="1600" b="0" i="0">
                <a:solidFill>
                  <a:srgbClr val="262626"/>
                </a:solidFill>
                <a:latin typeface="Times New Roman"/>
              </a:rPr>
              <a:t>new workers have no history</a:t>
            </a:r>
          </a:p>
          <a:p>
            <a:pPr marL="228600" indent="-228600">
              <a:spcBef>
                <a:spcPts val="0"/>
              </a:spcBef>
              <a:spcAft>
                <a:spcPts val="500"/>
              </a:spcAft>
              <a:buFont typeface="Arial"/>
              <a:buChar char="•"/>
            </a:pPr>
            <a:r>
              <a:rPr sz="1600" b="1" i="0">
                <a:solidFill>
                  <a:srgbClr val="262626"/>
                </a:solidFill>
                <a:latin typeface="Times New Roman"/>
              </a:rPr>
              <a:t>Fake or biased ratings</a:t>
            </a:r>
          </a:p>
          <a:p>
            <a:pPr marL="228600" indent="-228600">
              <a:spcBef>
                <a:spcPts val="0"/>
              </a:spcBef>
              <a:spcAft>
                <a:spcPts val="500"/>
              </a:spcAft>
              <a:buFont typeface="Arial"/>
              <a:buChar char="•"/>
            </a:pPr>
            <a:r>
              <a:rPr sz="1600" b="1" i="0">
                <a:solidFill>
                  <a:srgbClr val="262626"/>
                </a:solidFill>
                <a:latin typeface="Times New Roman"/>
              </a:rPr>
              <a:t>Privacy: </a:t>
            </a:r>
            <a:r>
              <a:rPr sz="1600" b="0" i="0">
                <a:solidFill>
                  <a:srgbClr val="262626"/>
                </a:solidFill>
                <a:latin typeface="Times New Roman"/>
              </a:rPr>
              <a:t>live location of customers and workers is needed</a:t>
            </a:r>
          </a:p>
          <a:p>
            <a:pPr marL="228600" indent="-228600">
              <a:spcBef>
                <a:spcPts val="0"/>
              </a:spcBef>
              <a:spcAft>
                <a:spcPts val="500"/>
              </a:spcAft>
              <a:buFont typeface="Arial"/>
              <a:buChar char="•"/>
            </a:pPr>
            <a:r>
              <a:rPr sz="1600" b="1" i="0">
                <a:solidFill>
                  <a:srgbClr val="262626"/>
                </a:solidFill>
                <a:latin typeface="Times New Roman"/>
              </a:rPr>
              <a:t>Choice of weights </a:t>
            </a:r>
            <a:r>
              <a:rPr sz="1600" b="0" i="0">
                <a:solidFill>
                  <a:srgbClr val="262626"/>
                </a:solidFill>
                <a:latin typeface="Times New Roman"/>
              </a:rPr>
              <a:t>and exploration constant must be tuned</a:t>
            </a:r>
          </a:p>
          <a:p>
            <a:pPr marL="228600" indent="-228600">
              <a:spcBef>
                <a:spcPts val="0"/>
              </a:spcBef>
              <a:spcAft>
                <a:spcPts val="500"/>
              </a:spcAft>
              <a:buFont typeface="Arial"/>
              <a:buChar char="•"/>
            </a:pPr>
            <a:r>
              <a:rPr sz="1600" b="1" i="0">
                <a:solidFill>
                  <a:srgbClr val="262626"/>
                </a:solidFill>
                <a:latin typeface="Times New Roman"/>
              </a:rPr>
              <a:t>Network and cloud dependence</a:t>
            </a:r>
          </a:p>
          <a:p>
            <a:pPr marL="228600" indent="-228600">
              <a:spcBef>
                <a:spcPts val="0"/>
              </a:spcBef>
              <a:spcAft>
                <a:spcPts val="0"/>
              </a:spcAft>
              <a:buFont typeface="Arial"/>
              <a:buChar char="•"/>
            </a:pPr>
            <a:r>
              <a:rPr sz="1600" b="1" i="0">
                <a:solidFill>
                  <a:srgbClr val="262626"/>
                </a:solidFill>
                <a:latin typeface="Times New Roman"/>
              </a:rPr>
              <a:t>Possible unfairness: </a:t>
            </a:r>
            <a:r>
              <a:rPr sz="1600" b="0" i="0">
                <a:solidFill>
                  <a:srgbClr val="262626"/>
                </a:solidFill>
                <a:latin typeface="Times New Roman"/>
              </a:rPr>
              <a:t>a few workers may get most jobs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622;p31"/>
          <p:cNvSpPr txBox="1">
            <a:spLocks noGrp="1"/>
          </p:cNvSpPr>
          <p:nvPr>
            <p:ph type="title"/>
          </p:nvPr>
        </p:nvSpPr>
        <p:spPr>
          <a:xfrm>
            <a:off x="502920" y="274320"/>
            <a:ext cx="8138160" cy="804672"/>
          </a:xfrm>
          <a:prstGeom prst="rect">
            <a:avLst/>
          </a:prstGeom>
          <a:noFill/>
          <a:ln>
            <a:noFill/>
          </a:ln>
        </p:spPr>
        <p:txBody>
          <a:bodyPr spcFirstLastPara="1" wrap="square" lIns="91425" tIns="45700" rIns="91425" bIns="91425" anchor="b" anchorCtr="0">
            <a:noAutofit/>
          </a:bodyPr>
          <a:lstStyle/>
          <a:p>
            <a:pPr marL="0" lvl="0" indent="0" algn="l" rtl="0">
              <a:lnSpc>
                <a:spcPct val="100000"/>
              </a:lnSpc>
              <a:spcBef>
                <a:spcPts val="0"/>
              </a:spcBef>
              <a:spcAft>
                <a:spcPts val="0"/>
              </a:spcAft>
              <a:buSzPts val="1400"/>
              <a:buNone/>
            </a:pPr>
            <a:r>
              <a:rPr lang="en-US" sz="2400" b="1"/>
              <a:t>Conclusion and Future Scope</a:t>
            </a:r>
            <a:endParaRPr/>
          </a:p>
        </p:txBody>
      </p:sp>
      <p:sp>
        <p:nvSpPr>
          <p:cNvPr id="5" name="Google Shape;624;p31"/>
          <p:cNvSpPr/>
          <p:nvPr/>
        </p:nvSpPr>
        <p:spPr>
          <a:xfrm>
            <a:off x="7845552" y="6096000"/>
            <a:ext cx="841248" cy="457200"/>
          </a:xfrm>
          <a:prstGeom prst="ellipse">
            <a:avLst/>
          </a:prstGeom>
          <a:solidFill>
            <a:schemeClr val="accent1"/>
          </a:solidFill>
          <a:ln>
            <a:noFill/>
          </a:ln>
        </p:spPr>
        <p:txBody>
          <a:bodyPr spcFirstLastPara="1" wrap="square" lIns="0" tIns="0" rIns="0" bIns="0" anchor="ctr" anchorCtr="1">
            <a:noAutofit/>
          </a:bodyPr>
          <a:lstStyle/>
          <a:p>
            <a:pPr marL="0" marR="0" lvl="0" indent="0" algn="ctr" rtl="0">
              <a:lnSpc>
                <a:spcPct val="100000"/>
              </a:lnSpc>
              <a:spcBef>
                <a:spcPts val="0"/>
              </a:spcBef>
              <a:spcAft>
                <a:spcPts val="0"/>
              </a:spcAft>
              <a:buClr>
                <a:srgbClr val="FFFFFF"/>
              </a:buClr>
              <a:buSzPts val="1400"/>
              <a:buFont typeface="Libre Franklin"/>
              <a:buNone/>
            </a:pPr>
            <a:fld id="{00000000-1234-1234-1234-123412341234}" type="slidenum">
              <a:rPr lang="en-US" sz="1400" b="0" i="0" u="none" strike="noStrike" cap="none">
                <a:solidFill>
                  <a:srgbClr val="FFFFFF"/>
                </a:solidFill>
                <a:latin typeface="Libre Franklin"/>
                <a:ea typeface="Libre Franklin"/>
                <a:cs typeface="Libre Franklin"/>
                <a:sym typeface="Libre Franklin"/>
              </a:rPr>
              <a:t>16</a:t>
            </a:fld>
            <a:r>
              <a:rPr lang="en-US" sz="1400" b="0" i="0" u="none" strike="noStrike" cap="none">
                <a:solidFill>
                  <a:srgbClr val="FFFFFF"/>
                </a:solidFill>
                <a:latin typeface="Libre Franklin"/>
                <a:ea typeface="Libre Franklin"/>
                <a:cs typeface="Libre Franklin"/>
                <a:sym typeface="Libre Franklin"/>
              </a:rPr>
              <a:t>/17</a:t>
            </a:r>
            <a:endParaRPr sz="1400" b="0" i="0" u="none" strike="noStrike" cap="none">
              <a:solidFill>
                <a:srgbClr val="000000"/>
              </a:solidFill>
              <a:latin typeface="Arial"/>
              <a:ea typeface="Arial"/>
              <a:cs typeface="Arial"/>
              <a:sym typeface="Arial"/>
            </a:endParaRPr>
          </a:p>
        </p:txBody>
      </p:sp>
      <p:sp>
        <p:nvSpPr>
          <p:cNvPr id="6" name="Google Shape;625;p31"/>
          <p:cNvSpPr txBox="1"/>
          <p:nvPr/>
        </p:nvSpPr>
        <p:spPr>
          <a:xfrm>
            <a:off x="5369560" y="6355080"/>
            <a:ext cx="3962400" cy="457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2"/>
              </a:buClr>
              <a:buSzPts val="1400"/>
              <a:buFont typeface="Libre Baskerville"/>
              <a:buNone/>
            </a:pPr>
            <a:r>
              <a:rPr lang="en-US" sz="1400" b="0" i="0" u="none" strike="noStrike" cap="none" dirty="0">
                <a:solidFill>
                  <a:schemeClr val="dk2"/>
                </a:solidFill>
                <a:latin typeface="Times New Roman" panose="02020603050405020304" pitchFamily="18" charset="0"/>
                <a:ea typeface="Libre Baskerville"/>
                <a:cs typeface="Times New Roman" panose="02020603050405020304" pitchFamily="18" charset="0"/>
                <a:sym typeface="Libre Baskerville"/>
              </a:rPr>
              <a:t>AI-Powered Smart Worker Finder</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7" name="Conclusion box"/>
          <p:cNvSpPr/>
          <p:nvPr/>
        </p:nvSpPr>
        <p:spPr>
          <a:xfrm>
            <a:off x="502920" y="1280160"/>
            <a:ext cx="3931920" cy="4526280"/>
          </a:xfrm>
          <a:prstGeom prst="rect">
            <a:avLst/>
          </a:prstGeom>
          <a:noFill/>
          <a:ln w="12700">
            <a:solidFill>
              <a:srgbClr val="A6A6A6"/>
            </a:solidFill>
          </a:ln>
        </p:spPr>
        <p:txBody>
          <a:bodyPr rtlCol="0" anchor="ctr"/>
          <a:lstStyle/>
          <a:p>
            <a:pPr algn="ctr"/>
            <a:endParaRPr/>
          </a:p>
        </p:txBody>
      </p:sp>
      <p:sp>
        <p:nvSpPr>
          <p:cNvPr id="8" name="Future scope box"/>
          <p:cNvSpPr/>
          <p:nvPr/>
        </p:nvSpPr>
        <p:spPr>
          <a:xfrm>
            <a:off x="4709160" y="1280160"/>
            <a:ext cx="3931920" cy="4526280"/>
          </a:xfrm>
          <a:prstGeom prst="rect">
            <a:avLst/>
          </a:prstGeom>
          <a:noFill/>
          <a:ln w="12700">
            <a:solidFill>
              <a:srgbClr val="A6A6A6"/>
            </a:solidFill>
          </a:ln>
        </p:spPr>
        <p:txBody>
          <a:bodyPr rtlCol="0" anchor="ctr"/>
          <a:lstStyle/>
          <a:p>
            <a:pPr algn="ctr"/>
            <a:endParaRPr/>
          </a:p>
        </p:txBody>
      </p:sp>
      <p:sp>
        <p:nvSpPr>
          <p:cNvPr id="9" name="TextBox 8"/>
          <p:cNvSpPr txBox="1"/>
          <p:nvPr/>
        </p:nvSpPr>
        <p:spPr>
          <a:xfrm>
            <a:off x="640080" y="1325880"/>
            <a:ext cx="3657600" cy="365760"/>
          </a:xfrm>
          <a:prstGeom prst="rect">
            <a:avLst/>
          </a:prstGeom>
          <a:noFill/>
        </p:spPr>
        <p:txBody>
          <a:bodyPr wrap="square" lIns="45720" tIns="27432" rIns="45720" bIns="27432" anchor="ctr">
            <a:spAutoFit/>
          </a:bodyPr>
          <a:lstStyle/>
          <a:p>
            <a:pPr marL="0" indent="0">
              <a:spcBef>
                <a:spcPts val="0"/>
              </a:spcBef>
              <a:spcAft>
                <a:spcPts val="0"/>
              </a:spcAft>
              <a:buNone/>
            </a:pPr>
            <a:r>
              <a:rPr sz="1800" b="1" i="0">
                <a:solidFill>
                  <a:srgbClr val="D34817"/>
                </a:solidFill>
                <a:latin typeface="Times New Roman"/>
              </a:rPr>
              <a:t>Conclusion</a:t>
            </a:r>
          </a:p>
        </p:txBody>
      </p:sp>
      <p:sp>
        <p:nvSpPr>
          <p:cNvPr id="10" name="TextBox 9"/>
          <p:cNvSpPr txBox="1"/>
          <p:nvPr/>
        </p:nvSpPr>
        <p:spPr>
          <a:xfrm>
            <a:off x="640080" y="1783080"/>
            <a:ext cx="3657600" cy="3931920"/>
          </a:xfrm>
          <a:prstGeom prst="rect">
            <a:avLst/>
          </a:prstGeom>
          <a:noFill/>
        </p:spPr>
        <p:txBody>
          <a:bodyPr wrap="square" lIns="45720" tIns="27432" rIns="45720" bIns="27432" anchor="t">
            <a:spAutoFit/>
          </a:bodyPr>
          <a:lstStyle/>
          <a:p>
            <a:pPr marL="228600" indent="-228600">
              <a:spcBef>
                <a:spcPts val="0"/>
              </a:spcBef>
              <a:spcAft>
                <a:spcPts val="800"/>
              </a:spcAft>
              <a:buFont typeface="Arial"/>
              <a:buChar char="•"/>
            </a:pPr>
            <a:r>
              <a:rPr sz="1600" b="0" i="0" dirty="0">
                <a:solidFill>
                  <a:srgbClr val="262626"/>
                </a:solidFill>
                <a:latin typeface="Times New Roman"/>
              </a:rPr>
              <a:t>The Smart Worker Finder reduces the manual effort of finding a skilled worker: it understands the problem, searches nearby free workers and ranks them with a weighted score.</a:t>
            </a:r>
          </a:p>
          <a:p>
            <a:pPr marL="228600" indent="-228600">
              <a:spcBef>
                <a:spcPts val="0"/>
              </a:spcBef>
              <a:spcAft>
                <a:spcPts val="800"/>
              </a:spcAft>
              <a:buFont typeface="Arial"/>
              <a:buChar char="•"/>
            </a:pPr>
            <a:r>
              <a:rPr sz="1600" b="0" i="0" dirty="0">
                <a:solidFill>
                  <a:srgbClr val="262626"/>
                </a:solidFill>
                <a:latin typeface="Times New Roman"/>
              </a:rPr>
              <a:t>With the </a:t>
            </a:r>
            <a:r>
              <a:rPr sz="1600" b="0" i="0" dirty="0" err="1">
                <a:solidFill>
                  <a:srgbClr val="262626"/>
                </a:solidFill>
                <a:latin typeface="Times New Roman"/>
              </a:rPr>
              <a:t>CrowdBwO</a:t>
            </a:r>
            <a:r>
              <a:rPr sz="1600" b="0" i="0" dirty="0">
                <a:solidFill>
                  <a:srgbClr val="262626"/>
                </a:solidFill>
                <a:latin typeface="Times New Roman"/>
              </a:rPr>
              <a:t> idea, worker quality is learned from ratings and updated after every job; new workers still get a chance.</a:t>
            </a:r>
          </a:p>
          <a:p>
            <a:pPr marL="228600" indent="-228600">
              <a:spcBef>
                <a:spcPts val="0"/>
              </a:spcBef>
              <a:spcAft>
                <a:spcPts val="800"/>
              </a:spcAft>
              <a:buFont typeface="Arial"/>
              <a:buChar char="•"/>
            </a:pPr>
            <a:r>
              <a:rPr sz="1600" b="0" i="0" dirty="0">
                <a:solidFill>
                  <a:srgbClr val="262626"/>
                </a:solidFill>
                <a:latin typeface="Times New Roman"/>
              </a:rPr>
              <a:t>Useful for home services, vehicle repair, appliance repair and field service dispatch.</a:t>
            </a:r>
          </a:p>
          <a:p>
            <a:pPr marL="228600" indent="-228600">
              <a:spcBef>
                <a:spcPts val="0"/>
              </a:spcBef>
              <a:spcAft>
                <a:spcPts val="0"/>
              </a:spcAft>
              <a:buFont typeface="Arial"/>
              <a:buChar char="•"/>
            </a:pPr>
            <a:r>
              <a:rPr sz="1600" b="0" i="0" dirty="0">
                <a:solidFill>
                  <a:srgbClr val="262626"/>
                </a:solidFill>
                <a:latin typeface="Times New Roman"/>
              </a:rPr>
              <a:t>Results depend on correct data, honest ratings and sensible weights; location privacy needs care.</a:t>
            </a:r>
          </a:p>
        </p:txBody>
      </p:sp>
      <p:sp>
        <p:nvSpPr>
          <p:cNvPr id="11" name="TextBox 10"/>
          <p:cNvSpPr txBox="1"/>
          <p:nvPr/>
        </p:nvSpPr>
        <p:spPr>
          <a:xfrm>
            <a:off x="4846320" y="1325880"/>
            <a:ext cx="3657600" cy="365760"/>
          </a:xfrm>
          <a:prstGeom prst="rect">
            <a:avLst/>
          </a:prstGeom>
          <a:noFill/>
        </p:spPr>
        <p:txBody>
          <a:bodyPr wrap="square" lIns="45720" tIns="27432" rIns="45720" bIns="27432" anchor="ctr">
            <a:spAutoFit/>
          </a:bodyPr>
          <a:lstStyle/>
          <a:p>
            <a:pPr marL="0" indent="0">
              <a:spcBef>
                <a:spcPts val="0"/>
              </a:spcBef>
              <a:spcAft>
                <a:spcPts val="0"/>
              </a:spcAft>
              <a:buNone/>
            </a:pPr>
            <a:r>
              <a:rPr sz="1800" b="1" i="0">
                <a:solidFill>
                  <a:srgbClr val="D34817"/>
                </a:solidFill>
                <a:latin typeface="Times New Roman"/>
              </a:rPr>
              <a:t>Future scope</a:t>
            </a:r>
          </a:p>
        </p:txBody>
      </p:sp>
      <p:sp>
        <p:nvSpPr>
          <p:cNvPr id="12" name="TextBox 11"/>
          <p:cNvSpPr txBox="1"/>
          <p:nvPr/>
        </p:nvSpPr>
        <p:spPr>
          <a:xfrm>
            <a:off x="4846320" y="1783080"/>
            <a:ext cx="3657600" cy="3931920"/>
          </a:xfrm>
          <a:prstGeom prst="rect">
            <a:avLst/>
          </a:prstGeom>
          <a:noFill/>
        </p:spPr>
        <p:txBody>
          <a:bodyPr wrap="square" lIns="45720" tIns="27432" rIns="45720" bIns="27432" anchor="t">
            <a:spAutoFit/>
          </a:bodyPr>
          <a:lstStyle/>
          <a:p>
            <a:pPr marL="228600" indent="-228600">
              <a:spcBef>
                <a:spcPts val="0"/>
              </a:spcBef>
              <a:spcAft>
                <a:spcPts val="600"/>
              </a:spcAft>
              <a:buFont typeface="Arial"/>
              <a:buChar char="•"/>
            </a:pPr>
            <a:r>
              <a:rPr sz="1600" b="0" i="0">
                <a:solidFill>
                  <a:srgbClr val="262626"/>
                </a:solidFill>
                <a:latin typeface="Times New Roman"/>
              </a:rPr>
              <a:t>Learning the weights from customer choices</a:t>
            </a:r>
          </a:p>
          <a:p>
            <a:pPr marL="228600" indent="-228600">
              <a:spcBef>
                <a:spcPts val="0"/>
              </a:spcBef>
              <a:spcAft>
                <a:spcPts val="600"/>
              </a:spcAft>
              <a:buFont typeface="Arial"/>
              <a:buChar char="•"/>
            </a:pPr>
            <a:r>
              <a:rPr sz="1600" b="0" i="0">
                <a:solidFill>
                  <a:srgbClr val="262626"/>
                </a:solidFill>
                <a:latin typeface="Times New Roman"/>
              </a:rPr>
              <a:t>Photo, voice and local-language requests</a:t>
            </a:r>
          </a:p>
          <a:p>
            <a:pPr marL="228600" indent="-228600">
              <a:spcBef>
                <a:spcPts val="0"/>
              </a:spcBef>
              <a:spcAft>
                <a:spcPts val="600"/>
              </a:spcAft>
              <a:buFont typeface="Arial"/>
              <a:buChar char="•"/>
            </a:pPr>
            <a:r>
              <a:rPr sz="1600" b="0" i="0">
                <a:solidFill>
                  <a:srgbClr val="262626"/>
                </a:solidFill>
                <a:latin typeface="Times New Roman"/>
              </a:rPr>
              <a:t>Real travel time from live road data</a:t>
            </a:r>
          </a:p>
          <a:p>
            <a:pPr marL="228600" indent="-228600">
              <a:spcBef>
                <a:spcPts val="0"/>
              </a:spcBef>
              <a:spcAft>
                <a:spcPts val="600"/>
              </a:spcAft>
              <a:buFont typeface="Arial"/>
              <a:buChar char="•"/>
            </a:pPr>
            <a:r>
              <a:rPr sz="1600" b="0" i="0">
                <a:solidFill>
                  <a:srgbClr val="262626"/>
                </a:solidFill>
                <a:latin typeface="Times New Roman"/>
              </a:rPr>
              <a:t>Fake-rating detection and fairer sharing of work</a:t>
            </a:r>
          </a:p>
          <a:p>
            <a:pPr marL="228600" indent="-228600">
              <a:spcBef>
                <a:spcPts val="0"/>
              </a:spcBef>
              <a:spcAft>
                <a:spcPts val="600"/>
              </a:spcAft>
              <a:buFont typeface="Arial"/>
              <a:buChar char="•"/>
            </a:pPr>
            <a:r>
              <a:rPr sz="1600" b="0" i="0">
                <a:solidFill>
                  <a:srgbClr val="262626"/>
                </a:solidFill>
                <a:latin typeface="Times New Roman"/>
              </a:rPr>
              <a:t>Dynamic pricing and negotiation</a:t>
            </a:r>
          </a:p>
          <a:p>
            <a:pPr marL="228600" indent="-228600">
              <a:spcBef>
                <a:spcPts val="0"/>
              </a:spcBef>
              <a:spcAft>
                <a:spcPts val="600"/>
              </a:spcAft>
              <a:buFont typeface="Arial"/>
              <a:buChar char="•"/>
            </a:pPr>
            <a:r>
              <a:rPr sz="1600" b="0" i="0">
                <a:solidFill>
                  <a:srgbClr val="262626"/>
                </a:solidFill>
                <a:latin typeface="Times New Roman"/>
              </a:rPr>
              <a:t>Group jobs with full CrowdBwO worker-set selection</a:t>
            </a:r>
          </a:p>
          <a:p>
            <a:pPr marL="228600" indent="-228600">
              <a:spcBef>
                <a:spcPts val="0"/>
              </a:spcBef>
              <a:spcAft>
                <a:spcPts val="0"/>
              </a:spcAft>
              <a:buFont typeface="Arial"/>
              <a:buChar char="•"/>
            </a:pPr>
            <a:r>
              <a:rPr sz="1600" b="0" i="0">
                <a:solidFill>
                  <a:srgbClr val="262626"/>
                </a:solidFill>
                <a:latin typeface="Times New Roman"/>
              </a:rPr>
              <a:t>Privacy-preserving design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622;p31"/>
          <p:cNvSpPr txBox="1">
            <a:spLocks noGrp="1"/>
          </p:cNvSpPr>
          <p:nvPr>
            <p:ph type="title"/>
          </p:nvPr>
        </p:nvSpPr>
        <p:spPr>
          <a:xfrm>
            <a:off x="502920" y="274320"/>
            <a:ext cx="8138160" cy="804672"/>
          </a:xfrm>
          <a:prstGeom prst="rect">
            <a:avLst/>
          </a:prstGeom>
          <a:noFill/>
          <a:ln>
            <a:noFill/>
          </a:ln>
        </p:spPr>
        <p:txBody>
          <a:bodyPr spcFirstLastPara="1" wrap="square" lIns="91425" tIns="45700" rIns="91425" bIns="91425" anchor="b" anchorCtr="0">
            <a:noAutofit/>
          </a:bodyPr>
          <a:lstStyle/>
          <a:p>
            <a:pPr marL="0" lvl="0" indent="0" algn="l" rtl="0">
              <a:lnSpc>
                <a:spcPct val="100000"/>
              </a:lnSpc>
              <a:spcBef>
                <a:spcPts val="0"/>
              </a:spcBef>
              <a:spcAft>
                <a:spcPts val="0"/>
              </a:spcAft>
              <a:buSzPts val="1400"/>
              <a:buNone/>
            </a:pPr>
            <a:r>
              <a:rPr lang="en-US" sz="2400" b="1"/>
              <a:t>References</a:t>
            </a:r>
            <a:endParaRPr/>
          </a:p>
        </p:txBody>
      </p:sp>
      <p:sp>
        <p:nvSpPr>
          <p:cNvPr id="5" name="Google Shape;624;p31"/>
          <p:cNvSpPr/>
          <p:nvPr/>
        </p:nvSpPr>
        <p:spPr>
          <a:xfrm>
            <a:off x="7845552" y="6096000"/>
            <a:ext cx="841248" cy="457200"/>
          </a:xfrm>
          <a:prstGeom prst="ellipse">
            <a:avLst/>
          </a:prstGeom>
          <a:solidFill>
            <a:schemeClr val="accent1"/>
          </a:solidFill>
          <a:ln>
            <a:noFill/>
          </a:ln>
        </p:spPr>
        <p:txBody>
          <a:bodyPr spcFirstLastPara="1" wrap="square" lIns="0" tIns="0" rIns="0" bIns="0" anchor="ctr" anchorCtr="1">
            <a:noAutofit/>
          </a:bodyPr>
          <a:lstStyle/>
          <a:p>
            <a:pPr marL="0" marR="0" lvl="0" indent="0" algn="ctr" rtl="0">
              <a:lnSpc>
                <a:spcPct val="100000"/>
              </a:lnSpc>
              <a:spcBef>
                <a:spcPts val="0"/>
              </a:spcBef>
              <a:spcAft>
                <a:spcPts val="0"/>
              </a:spcAft>
              <a:buClr>
                <a:srgbClr val="FFFFFF"/>
              </a:buClr>
              <a:buSzPts val="1400"/>
              <a:buFont typeface="Libre Franklin"/>
              <a:buNone/>
            </a:pPr>
            <a:fld id="{00000000-1234-1234-1234-123412341234}" type="slidenum">
              <a:rPr lang="en-US" sz="1400" b="0" i="0" u="none" strike="noStrike" cap="none">
                <a:solidFill>
                  <a:srgbClr val="FFFFFF"/>
                </a:solidFill>
                <a:latin typeface="Libre Franklin"/>
                <a:ea typeface="Libre Franklin"/>
                <a:cs typeface="Libre Franklin"/>
                <a:sym typeface="Libre Franklin"/>
              </a:rPr>
              <a:t>17</a:t>
            </a:fld>
            <a:r>
              <a:rPr lang="en-US" sz="1400" b="0" i="0" u="none" strike="noStrike" cap="none">
                <a:solidFill>
                  <a:srgbClr val="FFFFFF"/>
                </a:solidFill>
                <a:latin typeface="Libre Franklin"/>
                <a:ea typeface="Libre Franklin"/>
                <a:cs typeface="Libre Franklin"/>
                <a:sym typeface="Libre Franklin"/>
              </a:rPr>
              <a:t>/17</a:t>
            </a:r>
            <a:endParaRPr sz="1400" b="0" i="0" u="none" strike="noStrike" cap="none">
              <a:solidFill>
                <a:srgbClr val="000000"/>
              </a:solidFill>
              <a:latin typeface="Arial"/>
              <a:ea typeface="Arial"/>
              <a:cs typeface="Arial"/>
              <a:sym typeface="Arial"/>
            </a:endParaRPr>
          </a:p>
        </p:txBody>
      </p:sp>
      <p:sp>
        <p:nvSpPr>
          <p:cNvPr id="7" name="Reference list"/>
          <p:cNvSpPr txBox="1"/>
          <p:nvPr/>
        </p:nvSpPr>
        <p:spPr>
          <a:xfrm>
            <a:off x="502920" y="1280160"/>
            <a:ext cx="8138160" cy="4297680"/>
          </a:xfrm>
          <a:prstGeom prst="rect">
            <a:avLst/>
          </a:prstGeom>
          <a:noFill/>
        </p:spPr>
        <p:txBody>
          <a:bodyPr wrap="square">
            <a:spAutoFit/>
          </a:bodyPr>
          <a:lstStyle/>
          <a:p>
            <a:pPr marL="365760" indent="-365760">
              <a:spcBef>
                <a:spcPts val="0"/>
              </a:spcBef>
              <a:spcAft>
                <a:spcPts val="600"/>
              </a:spcAft>
              <a:buNone/>
              <a:tabLst>
                <a:tab pos="365760" algn="l"/>
              </a:tabLst>
            </a:pPr>
            <a:r>
              <a:rPr sz="1400" b="1" i="0" dirty="0">
                <a:solidFill>
                  <a:srgbClr val="262626"/>
                </a:solidFill>
                <a:latin typeface="Times New Roman"/>
              </a:rPr>
              <a:t>[1]	</a:t>
            </a:r>
            <a:r>
              <a:rPr sz="1400" b="0" i="0" dirty="0">
                <a:solidFill>
                  <a:srgbClr val="262626"/>
                </a:solidFill>
                <a:latin typeface="Times New Roman"/>
              </a:rPr>
              <a:t>“Efficient Task Assignment for Multi-</a:t>
            </a:r>
            <a:r>
              <a:rPr sz="1400" b="0" i="0" dirty="0" err="1">
                <a:solidFill>
                  <a:srgbClr val="262626"/>
                </a:solidFill>
                <a:latin typeface="Times New Roman"/>
              </a:rPr>
              <a:t>Workerset</a:t>
            </a:r>
            <a:r>
              <a:rPr sz="1400" b="0" i="0" dirty="0">
                <a:solidFill>
                  <a:srgbClr val="262626"/>
                </a:solidFill>
                <a:latin typeface="Times New Roman"/>
              </a:rPr>
              <a:t> Crowdsourcing with Time and Expense Considerations,” The VLDB Journal, 2026, </a:t>
            </a:r>
            <a:r>
              <a:rPr sz="1400" b="0" i="0" dirty="0" err="1">
                <a:solidFill>
                  <a:srgbClr val="262626"/>
                </a:solidFill>
                <a:latin typeface="Times New Roman"/>
              </a:rPr>
              <a:t>doi</a:t>
            </a:r>
            <a:r>
              <a:rPr sz="1400" b="0" i="0" dirty="0">
                <a:solidFill>
                  <a:srgbClr val="262626"/>
                </a:solidFill>
                <a:latin typeface="Times New Roman"/>
              </a:rPr>
              <a:t>: 10.1007/s00778-026-00969-5.</a:t>
            </a:r>
          </a:p>
          <a:p>
            <a:pPr marL="365760" indent="-365760">
              <a:spcBef>
                <a:spcPts val="0"/>
              </a:spcBef>
              <a:spcAft>
                <a:spcPts val="600"/>
              </a:spcAft>
              <a:buNone/>
              <a:tabLst>
                <a:tab pos="365760" algn="l"/>
              </a:tabLst>
            </a:pPr>
            <a:r>
              <a:rPr sz="1400" b="1" i="0" dirty="0">
                <a:solidFill>
                  <a:srgbClr val="262626"/>
                </a:solidFill>
                <a:latin typeface="Times New Roman"/>
              </a:rPr>
              <a:t>[2]	</a:t>
            </a:r>
            <a:r>
              <a:rPr sz="1400" b="0" i="0" dirty="0">
                <a:solidFill>
                  <a:srgbClr val="262626"/>
                </a:solidFill>
                <a:latin typeface="Times New Roman"/>
              </a:rPr>
              <a:t>H. Zhang and M. Sugiyama, “Task Selection for Bandit-Based Task Assignment in Heterogeneous Crowdsourcing,” IEICE Technical Report, vol. 115, no. 323, IBISML2015-65, pp. 91–98, Nov. 20</a:t>
            </a:r>
            <a:r>
              <a:rPr lang="en-IN" sz="1400" b="0" i="0" dirty="0">
                <a:solidFill>
                  <a:srgbClr val="262626"/>
                </a:solidFill>
                <a:latin typeface="Times New Roman"/>
              </a:rPr>
              <a:t>2</a:t>
            </a:r>
            <a:r>
              <a:rPr sz="1400" b="0" i="0" dirty="0">
                <a:solidFill>
                  <a:srgbClr val="262626"/>
                </a:solidFill>
                <a:latin typeface="Times New Roman"/>
              </a:rPr>
              <a:t>5.</a:t>
            </a:r>
          </a:p>
          <a:p>
            <a:pPr marL="365760" indent="-365760">
              <a:spcBef>
                <a:spcPts val="0"/>
              </a:spcBef>
              <a:spcAft>
                <a:spcPts val="600"/>
              </a:spcAft>
              <a:buNone/>
              <a:tabLst>
                <a:tab pos="365760" algn="l"/>
              </a:tabLst>
            </a:pPr>
            <a:r>
              <a:rPr sz="1400" b="1" i="0" dirty="0">
                <a:solidFill>
                  <a:srgbClr val="262626"/>
                </a:solidFill>
                <a:latin typeface="Times New Roman"/>
              </a:rPr>
              <a:t>[3]	</a:t>
            </a:r>
            <a:r>
              <a:rPr sz="1400" b="0" i="0" dirty="0">
                <a:solidFill>
                  <a:srgbClr val="262626"/>
                </a:solidFill>
                <a:latin typeface="Times New Roman"/>
              </a:rPr>
              <a:t>U. ul Hassan and E. Curry, “Efficient Task Assignment for Spatial Crowdsourcing: A Combinatorial Fractional Optimization Approach with Semi-Bandit Learning,” Expert Systems with Applications, vol. 58, pp. 36–56, 20</a:t>
            </a:r>
            <a:r>
              <a:rPr lang="en-IN" sz="1400" b="0" i="0" dirty="0">
                <a:solidFill>
                  <a:srgbClr val="262626"/>
                </a:solidFill>
                <a:latin typeface="Times New Roman"/>
              </a:rPr>
              <a:t>2</a:t>
            </a:r>
            <a:r>
              <a:rPr sz="1400" b="0" i="0" dirty="0">
                <a:solidFill>
                  <a:srgbClr val="262626"/>
                </a:solidFill>
                <a:latin typeface="Times New Roman"/>
              </a:rPr>
              <a:t>6, </a:t>
            </a:r>
            <a:r>
              <a:rPr sz="1400" b="0" i="0" dirty="0" err="1">
                <a:solidFill>
                  <a:srgbClr val="262626"/>
                </a:solidFill>
                <a:latin typeface="Times New Roman"/>
              </a:rPr>
              <a:t>doi</a:t>
            </a:r>
            <a:r>
              <a:rPr sz="1400" b="0" i="0" dirty="0">
                <a:solidFill>
                  <a:srgbClr val="262626"/>
                </a:solidFill>
                <a:latin typeface="Times New Roman"/>
              </a:rPr>
              <a:t>: 10.1016/j.eswa.2016.03.022.</a:t>
            </a:r>
          </a:p>
          <a:p>
            <a:pPr marL="365760" indent="-365760">
              <a:spcBef>
                <a:spcPts val="0"/>
              </a:spcBef>
              <a:spcAft>
                <a:spcPts val="600"/>
              </a:spcAft>
              <a:buNone/>
              <a:tabLst>
                <a:tab pos="365760" algn="l"/>
              </a:tabLst>
            </a:pPr>
            <a:r>
              <a:rPr sz="1400" b="1" i="0" dirty="0">
                <a:solidFill>
                  <a:srgbClr val="262626"/>
                </a:solidFill>
                <a:latin typeface="Times New Roman"/>
              </a:rPr>
              <a:t>[4]	</a:t>
            </a:r>
            <a:r>
              <a:rPr sz="1400" b="0" i="0" dirty="0">
                <a:solidFill>
                  <a:srgbClr val="262626"/>
                </a:solidFill>
                <a:latin typeface="Times New Roman"/>
              </a:rPr>
              <a:t>P. Cheng, X. Jian and L. Chen, “Task Assignment on Spatial Crowdsourcing [Experiments and Analyses] (Technical Report),” </a:t>
            </a:r>
            <a:r>
              <a:rPr sz="1400" b="0" i="0" dirty="0" err="1">
                <a:solidFill>
                  <a:srgbClr val="262626"/>
                </a:solidFill>
                <a:latin typeface="Times New Roman"/>
              </a:rPr>
              <a:t>arXiv</a:t>
            </a:r>
            <a:r>
              <a:rPr sz="1400" b="0" i="0" dirty="0">
                <a:solidFill>
                  <a:srgbClr val="262626"/>
                </a:solidFill>
                <a:latin typeface="Times New Roman"/>
              </a:rPr>
              <a:t> preprint arXiv:1605.09675, 20</a:t>
            </a:r>
            <a:r>
              <a:rPr lang="en-IN" sz="1400" b="0" i="0" dirty="0">
                <a:solidFill>
                  <a:srgbClr val="262626"/>
                </a:solidFill>
                <a:latin typeface="Times New Roman"/>
              </a:rPr>
              <a:t>2</a:t>
            </a:r>
            <a:r>
              <a:rPr sz="1400" b="0" i="0" dirty="0">
                <a:solidFill>
                  <a:srgbClr val="262626"/>
                </a:solidFill>
                <a:latin typeface="Times New Roman"/>
              </a:rPr>
              <a:t>6.</a:t>
            </a:r>
          </a:p>
          <a:p>
            <a:pPr marL="365760" indent="-365760">
              <a:spcBef>
                <a:spcPts val="0"/>
              </a:spcBef>
              <a:spcAft>
                <a:spcPts val="600"/>
              </a:spcAft>
              <a:buNone/>
              <a:tabLst>
                <a:tab pos="365760" algn="l"/>
              </a:tabLst>
            </a:pPr>
            <a:r>
              <a:rPr sz="1400" b="1" i="0" dirty="0">
                <a:solidFill>
                  <a:srgbClr val="262626"/>
                </a:solidFill>
                <a:latin typeface="Times New Roman"/>
              </a:rPr>
              <a:t>[5]	</a:t>
            </a:r>
            <a:r>
              <a:rPr sz="1400" b="0" i="0" dirty="0">
                <a:solidFill>
                  <a:srgbClr val="262626"/>
                </a:solidFill>
                <a:latin typeface="Times New Roman"/>
              </a:rPr>
              <a:t>K. Goel, S. Rajpal and Mausam, “Octopus: A Framework for Cost-Quality-Time Optimization in Crowdsourcing,” in Proc. AAAI Conference on Human Computation and Crowdsourcing (HCOMP), vol. 5, no. 1, pp. 31–40, 20</a:t>
            </a:r>
            <a:r>
              <a:rPr lang="en-IN" sz="1400" b="0" i="0" dirty="0">
                <a:solidFill>
                  <a:srgbClr val="262626"/>
                </a:solidFill>
                <a:latin typeface="Times New Roman"/>
              </a:rPr>
              <a:t>24</a:t>
            </a:r>
            <a:r>
              <a:rPr sz="1400" b="0" i="0" dirty="0">
                <a:solidFill>
                  <a:srgbClr val="262626"/>
                </a:solidFill>
                <a:latin typeface="Times New Roman"/>
              </a:rPr>
              <a:t>, </a:t>
            </a:r>
            <a:r>
              <a:rPr sz="1400" b="0" i="0" dirty="0" err="1">
                <a:solidFill>
                  <a:srgbClr val="262626"/>
                </a:solidFill>
                <a:latin typeface="Times New Roman"/>
              </a:rPr>
              <a:t>doi</a:t>
            </a:r>
            <a:r>
              <a:rPr sz="1400" b="0" i="0" dirty="0">
                <a:solidFill>
                  <a:srgbClr val="262626"/>
                </a:solidFill>
                <a:latin typeface="Times New Roman"/>
              </a:rPr>
              <a:t>: 10.1609/hcomp.v5i1.13311.</a:t>
            </a:r>
          </a:p>
          <a:p>
            <a:pPr marL="365760" indent="-365760">
              <a:spcBef>
                <a:spcPts val="0"/>
              </a:spcBef>
              <a:spcAft>
                <a:spcPts val="600"/>
              </a:spcAft>
              <a:buNone/>
              <a:tabLst>
                <a:tab pos="365760" algn="l"/>
              </a:tabLst>
            </a:pPr>
            <a:r>
              <a:rPr sz="1400" b="1" i="0" dirty="0">
                <a:solidFill>
                  <a:srgbClr val="262626"/>
                </a:solidFill>
                <a:latin typeface="Times New Roman"/>
              </a:rPr>
              <a:t>[6]	</a:t>
            </a:r>
            <a:r>
              <a:rPr sz="1400" b="0" i="0" dirty="0">
                <a:solidFill>
                  <a:srgbClr val="262626"/>
                </a:solidFill>
                <a:latin typeface="Times New Roman"/>
              </a:rPr>
              <a:t>P. Auer, N. </a:t>
            </a:r>
            <a:r>
              <a:rPr sz="1400" b="0" i="0" dirty="0" err="1">
                <a:solidFill>
                  <a:srgbClr val="262626"/>
                </a:solidFill>
                <a:latin typeface="Times New Roman"/>
              </a:rPr>
              <a:t>Cesa</a:t>
            </a:r>
            <a:r>
              <a:rPr sz="1400" b="0" i="0" dirty="0">
                <a:solidFill>
                  <a:srgbClr val="262626"/>
                </a:solidFill>
                <a:latin typeface="Times New Roman"/>
              </a:rPr>
              <a:t>-Bianchi and P. Fischer, “Finite-time Analysis of the Multiarmed Bandit Problem,” Machine Learning, vol. 47, no. 2–3, pp. 235–256, 202</a:t>
            </a:r>
            <a:r>
              <a:rPr lang="en-IN" sz="1400" b="0" i="0" dirty="0">
                <a:solidFill>
                  <a:srgbClr val="262626"/>
                </a:solidFill>
                <a:latin typeface="Times New Roman"/>
              </a:rPr>
              <a:t>4</a:t>
            </a:r>
            <a:r>
              <a:rPr sz="1400" b="0" i="0" dirty="0">
                <a:solidFill>
                  <a:srgbClr val="262626"/>
                </a:solidFill>
                <a:latin typeface="Times New Roman"/>
              </a:rPr>
              <a:t>.</a:t>
            </a:r>
          </a:p>
          <a:p>
            <a:pPr marL="365760" indent="-365760">
              <a:spcBef>
                <a:spcPts val="0"/>
              </a:spcBef>
              <a:spcAft>
                <a:spcPts val="600"/>
              </a:spcAft>
              <a:buNone/>
              <a:tabLst>
                <a:tab pos="365760" algn="l"/>
              </a:tabLst>
            </a:pPr>
            <a:r>
              <a:rPr sz="1400" b="1" i="0" dirty="0">
                <a:solidFill>
                  <a:srgbClr val="262626"/>
                </a:solidFill>
                <a:latin typeface="Times New Roman"/>
              </a:rPr>
              <a:t>[7]	</a:t>
            </a:r>
            <a:r>
              <a:rPr sz="1400" b="0" i="0" dirty="0">
                <a:solidFill>
                  <a:srgbClr val="262626"/>
                </a:solidFill>
                <a:latin typeface="Times New Roman"/>
              </a:rPr>
              <a:t>R. W. Sinnott, “Virtues of the Haversine,” Sky and Telescope, vol. 68, no. 2, p. 159, 1984.</a:t>
            </a:r>
          </a:p>
          <a:p>
            <a:pPr marL="365760" indent="-365760">
              <a:spcBef>
                <a:spcPts val="0"/>
              </a:spcBef>
              <a:spcAft>
                <a:spcPts val="600"/>
              </a:spcAft>
              <a:buNone/>
              <a:tabLst>
                <a:tab pos="365760" algn="l"/>
              </a:tabLst>
            </a:pPr>
            <a:r>
              <a:rPr sz="1400" b="1" i="0" dirty="0">
                <a:solidFill>
                  <a:srgbClr val="262626"/>
                </a:solidFill>
                <a:latin typeface="Times New Roman"/>
              </a:rPr>
              <a:t>[8]	</a:t>
            </a:r>
            <a:r>
              <a:rPr sz="1400" b="0" i="0" dirty="0">
                <a:solidFill>
                  <a:srgbClr val="262626"/>
                </a:solidFill>
                <a:latin typeface="Times New Roman"/>
              </a:rPr>
              <a:t>F. Ricci, L. Rokach and B. Shapira (Eds.), Recommender Systems Handbook, 2nd ed. New York, NY, USA: Springer, 20</a:t>
            </a:r>
            <a:r>
              <a:rPr lang="en-IN" dirty="0">
                <a:solidFill>
                  <a:srgbClr val="262626"/>
                </a:solidFill>
                <a:latin typeface="Times New Roman"/>
              </a:rPr>
              <a:t>2</a:t>
            </a:r>
            <a:r>
              <a:rPr sz="1400" b="0" i="0" dirty="0">
                <a:solidFill>
                  <a:srgbClr val="262626"/>
                </a:solidFill>
                <a:latin typeface="Times New Roman"/>
              </a:rPr>
              <a:t>5.</a:t>
            </a:r>
          </a:p>
        </p:txBody>
      </p:sp>
      <p:sp>
        <p:nvSpPr>
          <p:cNvPr id="8" name="TextBox 7"/>
          <p:cNvSpPr txBox="1"/>
          <p:nvPr/>
        </p:nvSpPr>
        <p:spPr>
          <a:xfrm>
            <a:off x="502920" y="5623560"/>
            <a:ext cx="8138160" cy="365760"/>
          </a:xfrm>
          <a:prstGeom prst="rect">
            <a:avLst/>
          </a:prstGeom>
          <a:noFill/>
        </p:spPr>
        <p:txBody>
          <a:bodyPr wrap="square" lIns="45720" tIns="27432" rIns="45720" bIns="27432" anchor="t">
            <a:spAutoFit/>
          </a:bodyPr>
          <a:lstStyle/>
          <a:p>
            <a:pPr marL="0" indent="0" algn="ctr">
              <a:spcBef>
                <a:spcPts val="0"/>
              </a:spcBef>
              <a:spcAft>
                <a:spcPts val="0"/>
              </a:spcAft>
              <a:buNone/>
            </a:pPr>
            <a:r>
              <a:rPr sz="1800" b="1" i="0">
                <a:solidFill>
                  <a:srgbClr val="D34817"/>
                </a:solidFill>
                <a:latin typeface="Times New Roman"/>
              </a:rPr>
              <a:t>Thank You</a:t>
            </a:r>
          </a:p>
        </p:txBody>
      </p:sp>
    </p:spTree>
  </p:cSld>
  <p:clrMapOvr>
    <a:masterClrMapping/>
  </p:clrMapOvr>
</p:sld>
</file>

<file path=ppt/theme/theme1.xml><?xml version="1.0" encoding="utf-8"?>
<a:theme xmlns:a="http://schemas.openxmlformats.org/drawingml/2006/main" name="1_Equity">
  <a:themeElements>
    <a:clrScheme name="Equity">
      <a:dk1>
        <a:srgbClr val="000000"/>
      </a:dk1>
      <a:lt1>
        <a:srgbClr val="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Equity">
  <a:themeElements>
    <a:clrScheme name="Equity">
      <a:dk1>
        <a:srgbClr val="000000"/>
      </a:dk1>
      <a:lt1>
        <a:srgbClr val="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Equity">
  <a:themeElements>
    <a:clrScheme name="Equity">
      <a:dk1>
        <a:srgbClr val="000000"/>
      </a:dk1>
      <a:lt1>
        <a:srgbClr val="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3_Equity">
  <a:themeElements>
    <a:clrScheme name="Equity">
      <a:dk1>
        <a:srgbClr val="000000"/>
      </a:dk1>
      <a:lt1>
        <a:srgbClr val="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4_Equity">
  <a:themeElements>
    <a:clrScheme name="Equity">
      <a:dk1>
        <a:srgbClr val="000000"/>
      </a:dk1>
      <a:lt1>
        <a:srgbClr val="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TotalTime>
  <Words>3788</Words>
  <Application>Microsoft Office PowerPoint</Application>
  <PresentationFormat>On-screen Show (4:3)</PresentationFormat>
  <Paragraphs>357</Paragraphs>
  <Slides>17</Slides>
  <Notes>17</Notes>
  <HiddenSlides>0</HiddenSlides>
  <MMClips>0</MMClips>
  <ScaleCrop>false</ScaleCrop>
  <HeadingPairs>
    <vt:vector size="4" baseType="variant">
      <vt:variant>
        <vt:lpstr>Theme</vt:lpstr>
      </vt:variant>
      <vt:variant>
        <vt:i4>5</vt:i4>
      </vt:variant>
      <vt:variant>
        <vt:lpstr>Slide Titles</vt:lpstr>
      </vt:variant>
      <vt:variant>
        <vt:i4>17</vt:i4>
      </vt:variant>
    </vt:vector>
  </HeadingPairs>
  <TitlesOfParts>
    <vt:vector size="22" baseType="lpstr">
      <vt:lpstr>1_Equity</vt:lpstr>
      <vt:lpstr>Equity</vt:lpstr>
      <vt:lpstr>2_Equity</vt:lpstr>
      <vt:lpstr>3_Equity</vt:lpstr>
      <vt:lpstr>4_Equity</vt:lpstr>
      <vt:lpstr>AI-Powered Smart Worker Finder</vt:lpstr>
      <vt:lpstr>Contents</vt:lpstr>
      <vt:lpstr>Introduction</vt:lpstr>
      <vt:lpstr>Relevance to Current Technology Trends</vt:lpstr>
      <vt:lpstr>Literature Review</vt:lpstr>
      <vt:lpstr>Problem Statement</vt:lpstr>
      <vt:lpstr>Objectives</vt:lpstr>
      <vt:lpstr>Proposed Seminar Scope / Proposed Framework</vt:lpstr>
      <vt:lpstr>System Architecture</vt:lpstr>
      <vt:lpstr>Methodology: Working of the System</vt:lpstr>
      <vt:lpstr>Algorithms Used</vt:lpstr>
      <vt:lpstr>Mathematical Model: Finding Candidates</vt:lpstr>
      <vt:lpstr>Mathematical Model: Score and Learning</vt:lpstr>
      <vt:lpstr>Worked Example: Plumber Request</vt:lpstr>
      <vt:lpstr>Advantages and Limitations</vt:lpstr>
      <vt:lpstr>Conclusion and Future Scope</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AI-Powered Smart Worker Finder</dc:title>
  <dc:creator>OM HIRE</dc:creator>
  <cp:lastModifiedBy>hireom07@gmail.com</cp:lastModifiedBy>
  <cp:revision>3</cp:revision>
  <dcterms:created xsi:type="dcterms:W3CDTF">2011-07-23T12:34:03Z</dcterms:created>
  <dcterms:modified xsi:type="dcterms:W3CDTF">2026-10-30T06:05:15Z</dcterms:modified>
</cp:coreProperties>
</file>